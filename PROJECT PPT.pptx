
<file path=[Content_Types].xml><?xml version="1.0" encoding="utf-8"?>
<Types xmlns="http://schemas.openxmlformats.org/package/2006/content-types">
  <Default Extension="jfif" ContentType="image/jpeg"/>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95" r:id="rId1"/>
  </p:sldMasterIdLst>
  <p:notesMasterIdLst>
    <p:notesMasterId r:id="rId25"/>
  </p:notesMasterIdLst>
  <p:sldIdLst>
    <p:sldId id="257" r:id="rId2"/>
    <p:sldId id="263" r:id="rId3"/>
    <p:sldId id="264" r:id="rId4"/>
    <p:sldId id="281" r:id="rId5"/>
    <p:sldId id="282" r:id="rId6"/>
    <p:sldId id="258" r:id="rId7"/>
    <p:sldId id="260" r:id="rId8"/>
    <p:sldId id="277" r:id="rId9"/>
    <p:sldId id="268" r:id="rId10"/>
    <p:sldId id="269" r:id="rId11"/>
    <p:sldId id="272" r:id="rId12"/>
    <p:sldId id="270" r:id="rId13"/>
    <p:sldId id="271" r:id="rId14"/>
    <p:sldId id="274" r:id="rId15"/>
    <p:sldId id="275" r:id="rId16"/>
    <p:sldId id="265" r:id="rId17"/>
    <p:sldId id="276" r:id="rId18"/>
    <p:sldId id="267" r:id="rId19"/>
    <p:sldId id="266" r:id="rId20"/>
    <p:sldId id="278" r:id="rId21"/>
    <p:sldId id="279" r:id="rId22"/>
    <p:sldId id="280" r:id="rId23"/>
    <p:sldId id="262" r:id="rId24"/>
  </p:sldIdLst>
  <p:sldSz cx="12192000" cy="6858000"/>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6" d="100"/>
          <a:sy n="86" d="100"/>
        </p:scale>
        <p:origin x="562"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8787AD7-B792-475A-9086-0F8BF767128E}" type="datetimeFigureOut">
              <a:rPr lang="en-US" smtClean="0"/>
              <a:t>6/3/2022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21390DF-1CF5-4DE3-8FCF-02FB7EB59634}" type="slidenum">
              <a:rPr lang="en-US" smtClean="0"/>
              <a:t>‹#›</a:t>
            </a:fld>
            <a:endParaRPr lang="en-US"/>
          </a:p>
        </p:txBody>
      </p:sp>
    </p:spTree>
    <p:extLst>
      <p:ext uri="{BB962C8B-B14F-4D97-AF65-F5344CB8AC3E}">
        <p14:creationId xmlns:p14="http://schemas.microsoft.com/office/powerpoint/2010/main" val="25789710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21390DF-1CF5-4DE3-8FCF-02FB7EB59634}" type="slidenum">
              <a:rPr lang="en-US" smtClean="0"/>
              <a:t>1</a:t>
            </a:fld>
            <a:endParaRPr lang="en-US"/>
          </a:p>
        </p:txBody>
      </p:sp>
    </p:spTree>
    <p:extLst>
      <p:ext uri="{BB962C8B-B14F-4D97-AF65-F5344CB8AC3E}">
        <p14:creationId xmlns:p14="http://schemas.microsoft.com/office/powerpoint/2010/main" val="4858607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1.xml"/><Relationship Id="rId1" Type="http://schemas.openxmlformats.org/officeDocument/2006/relationships/themeOverride" Target="../theme/themeOverride4.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ight Triangle 3"/>
          <p:cNvSpPr/>
          <p:nvPr/>
        </p:nvSpPr>
        <p:spPr>
          <a:xfrm>
            <a:off x="0" y="4664075"/>
            <a:ext cx="12200467"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sz="1800"/>
          </a:p>
        </p:txBody>
      </p:sp>
      <p:grpSp>
        <p:nvGrpSpPr>
          <p:cNvPr id="5" name="Group 15"/>
          <p:cNvGrpSpPr>
            <a:grpSpLocks/>
          </p:cNvGrpSpPr>
          <p:nvPr/>
        </p:nvGrpSpPr>
        <p:grpSpPr bwMode="auto">
          <a:xfrm>
            <a:off x="-4233" y="4953000"/>
            <a:ext cx="12196233" cy="1911350"/>
            <a:chOff x="-3765" y="4832896"/>
            <a:chExt cx="9147765" cy="2032192"/>
          </a:xfrm>
        </p:grpSpPr>
        <p:sp>
          <p:nvSpPr>
            <p:cNvPr id="6" name="Freeform 5"/>
            <p:cNvSpPr>
              <a:spLocks/>
            </p:cNvSpPr>
            <p:nvPr/>
          </p:nvSpPr>
          <p:spPr bwMode="auto">
            <a:xfrm>
              <a:off x="1687032" y="4832896"/>
              <a:ext cx="7456968" cy="51817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a:defRPr/>
              </a:pPr>
              <a:endParaRPr lang="en-US" sz="1800"/>
            </a:p>
          </p:txBody>
        </p:sp>
        <p:sp>
          <p:nvSpPr>
            <p:cNvPr id="7" name="Freeform 6"/>
            <p:cNvSpPr>
              <a:spLocks/>
            </p:cNvSpPr>
            <p:nvPr/>
          </p:nvSpPr>
          <p:spPr bwMode="auto">
            <a:xfrm>
              <a:off x="35926" y="5135025"/>
              <a:ext cx="9108074" cy="838869"/>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a:lstStyle/>
            <a:p>
              <a:pPr>
                <a:defRPr/>
              </a:pPr>
              <a:endParaRPr lang="en-US" sz="1800"/>
            </a:p>
          </p:txBody>
        </p:sp>
        <p:sp>
          <p:nvSpPr>
            <p:cNvPr id="8" name="Freeform 7"/>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sz="1800"/>
            </a:p>
          </p:txBody>
        </p:sp>
        <p:cxnSp>
          <p:nvCxnSpPr>
            <p:cNvPr id="10" name="Straight Connector 9"/>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9" name="Title 8"/>
          <p:cNvSpPr>
            <a:spLocks noGrp="1"/>
          </p:cNvSpPr>
          <p:nvPr>
            <p:ph type="ctrTitle"/>
          </p:nvPr>
        </p:nvSpPr>
        <p:spPr>
          <a:xfrm>
            <a:off x="914400" y="1752602"/>
            <a:ext cx="10363200" cy="1829761"/>
          </a:xfrm>
        </p:spPr>
        <p:txBody>
          <a:bodyPr anchor="b"/>
          <a:lstStyle>
            <a:lvl1pPr algn="r">
              <a:defRPr sz="4800" b="1">
                <a:solidFill>
                  <a:schemeClr val="tx2"/>
                </a:solidFill>
                <a:effectLst>
                  <a:outerShdw blurRad="31750" dist="25400" dir="5400000" algn="tl" rotWithShape="0">
                    <a:srgbClr val="000000">
                      <a:alpha val="25000"/>
                    </a:srgbClr>
                  </a:outerShdw>
                </a:effectLst>
              </a:defRPr>
            </a:lvl1pPr>
            <a:extLst/>
          </a:lstStyle>
          <a:p>
            <a:r>
              <a:rPr lang="en-US"/>
              <a:t>Click to edit Master title style</a:t>
            </a:r>
          </a:p>
        </p:txBody>
      </p:sp>
      <p:sp>
        <p:nvSpPr>
          <p:cNvPr id="17" name="Subtitle 16"/>
          <p:cNvSpPr>
            <a:spLocks noGrp="1"/>
          </p:cNvSpPr>
          <p:nvPr>
            <p:ph type="subTitle" idx="1"/>
          </p:nvPr>
        </p:nvSpPr>
        <p:spPr>
          <a:xfrm>
            <a:off x="914400" y="3611607"/>
            <a:ext cx="103632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lang="en-US"/>
              <a:t>Click to edit Master subtitle style</a:t>
            </a:r>
          </a:p>
        </p:txBody>
      </p:sp>
      <p:sp>
        <p:nvSpPr>
          <p:cNvPr id="11" name="Date Placeholder 29"/>
          <p:cNvSpPr>
            <a:spLocks noGrp="1"/>
          </p:cNvSpPr>
          <p:nvPr>
            <p:ph type="dt" sz="half" idx="10"/>
          </p:nvPr>
        </p:nvSpPr>
        <p:spPr/>
        <p:txBody>
          <a:bodyPr/>
          <a:lstStyle>
            <a:lvl1pPr>
              <a:defRPr>
                <a:solidFill>
                  <a:srgbClr val="FFFFFF"/>
                </a:solidFill>
              </a:defRPr>
            </a:lvl1pPr>
            <a:extLst/>
          </a:lstStyle>
          <a:p>
            <a:fld id="{F59A7836-CE36-4C7D-80CA-DBFFB54FE6D8}" type="datetime1">
              <a:rPr lang="en-US" smtClean="0"/>
              <a:t>6/3/2022</a:t>
            </a:fld>
            <a:endParaRPr lang="en-US"/>
          </a:p>
        </p:txBody>
      </p:sp>
      <p:sp>
        <p:nvSpPr>
          <p:cNvPr id="12"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US"/>
          </a:p>
        </p:txBody>
      </p:sp>
      <p:sp>
        <p:nvSpPr>
          <p:cNvPr id="13" name="Slide Number Placeholder 26"/>
          <p:cNvSpPr>
            <a:spLocks noGrp="1"/>
          </p:cNvSpPr>
          <p:nvPr>
            <p:ph type="sldNum" sz="quarter" idx="12"/>
          </p:nvPr>
        </p:nvSpPr>
        <p:spPr/>
        <p:txBody>
          <a:bodyPr/>
          <a:lstStyle>
            <a:lvl1pPr>
              <a:defRPr>
                <a:solidFill>
                  <a:srgbClr val="FFFFFF"/>
                </a:solidFill>
              </a:defRPr>
            </a:lvl1pPr>
            <a:extLst/>
          </a:lstStyle>
          <a:p>
            <a:fld id="{614F85D0-BF04-4AE2-BD29-5B88EBBDA047}" type="slidenum">
              <a:rPr lang="en-US" smtClean="0"/>
              <a:t>‹#›</a:t>
            </a:fld>
            <a:endParaRPr lang="en-US"/>
          </a:p>
        </p:txBody>
      </p:sp>
    </p:spTree>
    <p:extLst>
      <p:ext uri="{BB962C8B-B14F-4D97-AF65-F5344CB8AC3E}">
        <p14:creationId xmlns:p14="http://schemas.microsoft.com/office/powerpoint/2010/main" val="8573221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6"/>
          <p:cNvSpPr>
            <a:spLocks noGrp="1"/>
          </p:cNvSpPr>
          <p:nvPr>
            <p:ph type="title"/>
          </p:nvPr>
        </p:nvSpPr>
        <p:spPr/>
        <p:txBody>
          <a:bodyPr rtlCol="0"/>
          <a:lstStyle/>
          <a:p>
            <a:r>
              <a:rPr lang="en-US"/>
              <a:t>Click to edit Master title style</a:t>
            </a:r>
          </a:p>
        </p:txBody>
      </p:sp>
      <p:sp>
        <p:nvSpPr>
          <p:cNvPr id="4" name="Date Placeholder 9"/>
          <p:cNvSpPr>
            <a:spLocks noGrp="1"/>
          </p:cNvSpPr>
          <p:nvPr>
            <p:ph type="dt" sz="half" idx="10"/>
          </p:nvPr>
        </p:nvSpPr>
        <p:spPr/>
        <p:txBody>
          <a:bodyPr/>
          <a:lstStyle>
            <a:lvl1pPr>
              <a:defRPr/>
            </a:lvl1pPr>
          </a:lstStyle>
          <a:p>
            <a:fld id="{0025A72D-542C-48EA-A20A-5295015C4F92}" type="datetime1">
              <a:rPr lang="en-US" smtClean="0"/>
              <a:t>6/3/2022</a:t>
            </a:fld>
            <a:endParaRPr lang="en-US"/>
          </a:p>
        </p:txBody>
      </p:sp>
      <p:sp>
        <p:nvSpPr>
          <p:cNvPr id="5" name="Footer Placeholder 21"/>
          <p:cNvSpPr>
            <a:spLocks noGrp="1"/>
          </p:cNvSpPr>
          <p:nvPr>
            <p:ph type="ftr" sz="quarter" idx="11"/>
          </p:nvPr>
        </p:nvSpPr>
        <p:spPr/>
        <p:txBody>
          <a:bodyPr/>
          <a:lstStyle>
            <a:lvl1pPr>
              <a:defRPr/>
            </a:lvl1pPr>
          </a:lstStyle>
          <a:p>
            <a:endParaRPr lang="en-US"/>
          </a:p>
        </p:txBody>
      </p:sp>
      <p:sp>
        <p:nvSpPr>
          <p:cNvPr id="6" name="Slide Number Placeholder 17"/>
          <p:cNvSpPr>
            <a:spLocks noGrp="1"/>
          </p:cNvSpPr>
          <p:nvPr>
            <p:ph type="sldNum" sz="quarter" idx="12"/>
          </p:nvPr>
        </p:nvSpPr>
        <p:spPr/>
        <p:txBody>
          <a:bodyPr/>
          <a:lstStyle>
            <a:lvl1pPr>
              <a:defRPr/>
            </a:lvl1pPr>
          </a:lstStyle>
          <a:p>
            <a:fld id="{614F85D0-BF04-4AE2-BD29-5B88EBBDA047}" type="slidenum">
              <a:rPr lang="en-US" smtClean="0"/>
              <a:t>‹#›</a:t>
            </a:fld>
            <a:endParaRPr lang="en-US"/>
          </a:p>
        </p:txBody>
      </p:sp>
    </p:spTree>
    <p:extLst>
      <p:ext uri="{BB962C8B-B14F-4D97-AF65-F5344CB8AC3E}">
        <p14:creationId xmlns:p14="http://schemas.microsoft.com/office/powerpoint/2010/main" val="14205926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4" name="Chevron 3"/>
          <p:cNvSpPr/>
          <p:nvPr/>
        </p:nvSpPr>
        <p:spPr>
          <a:xfrm>
            <a:off x="4849284" y="3005138"/>
            <a:ext cx="243416"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defRPr/>
            </a:pPr>
            <a:endParaRPr lang="en-US" sz="1800"/>
          </a:p>
        </p:txBody>
      </p:sp>
      <p:sp>
        <p:nvSpPr>
          <p:cNvPr id="5" name="Chevron 4"/>
          <p:cNvSpPr/>
          <p:nvPr/>
        </p:nvSpPr>
        <p:spPr>
          <a:xfrm>
            <a:off x="4599518" y="3005138"/>
            <a:ext cx="245533"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defRPr/>
            </a:pPr>
            <a:endParaRPr lang="en-US" sz="1800"/>
          </a:p>
        </p:txBody>
      </p:sp>
      <p:sp>
        <p:nvSpPr>
          <p:cNvPr id="2" name="Title 1"/>
          <p:cNvSpPr>
            <a:spLocks noGrp="1"/>
          </p:cNvSpPr>
          <p:nvPr>
            <p:ph type="title"/>
          </p:nvPr>
        </p:nvSpPr>
        <p:spPr>
          <a:xfrm>
            <a:off x="963168" y="1059712"/>
            <a:ext cx="10363200" cy="1828800"/>
          </a:xfrm>
        </p:spPr>
        <p:txBody>
          <a:bodyPr anchor="b"/>
          <a:lstStyle>
            <a:lvl1pPr algn="r">
              <a:buNone/>
              <a:defRPr sz="4800" b="1" cap="none" baseline="0">
                <a:effectLst>
                  <a:outerShdw blurRad="31750" dist="25400" dir="5400000" algn="tl" rotWithShape="0">
                    <a:srgbClr val="000000">
                      <a:alpha val="25000"/>
                    </a:srgbClr>
                  </a:outerShdw>
                </a:effectLst>
              </a:defRPr>
            </a:lvl1pPr>
            <a:extLst/>
          </a:lstStyle>
          <a:p>
            <a:r>
              <a:rPr lang="en-US"/>
              <a:t>Click to edit Master title style</a:t>
            </a:r>
          </a:p>
        </p:txBody>
      </p:sp>
      <p:sp>
        <p:nvSpPr>
          <p:cNvPr id="3" name="Text Placeholder 2"/>
          <p:cNvSpPr>
            <a:spLocks noGrp="1"/>
          </p:cNvSpPr>
          <p:nvPr>
            <p:ph type="body" idx="1"/>
          </p:nvPr>
        </p:nvSpPr>
        <p:spPr>
          <a:xfrm>
            <a:off x="5230284" y="2931712"/>
            <a:ext cx="6096000" cy="1454888"/>
          </a:xfrm>
        </p:spPr>
        <p:txBody>
          <a:bodyPr/>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a:r>
              <a:rPr lang="en-US"/>
              <a:t>Click to edit Master text styles</a:t>
            </a:r>
          </a:p>
        </p:txBody>
      </p:sp>
      <p:sp>
        <p:nvSpPr>
          <p:cNvPr id="6" name="Date Placeholder 3"/>
          <p:cNvSpPr>
            <a:spLocks noGrp="1"/>
          </p:cNvSpPr>
          <p:nvPr>
            <p:ph type="dt" sz="half" idx="10"/>
          </p:nvPr>
        </p:nvSpPr>
        <p:spPr/>
        <p:txBody>
          <a:bodyPr/>
          <a:lstStyle>
            <a:lvl1pPr>
              <a:defRPr/>
            </a:lvl1pPr>
            <a:extLst/>
          </a:lstStyle>
          <a:p>
            <a:fld id="{E92D0820-24F8-4151-83F6-F0C15A373D1D}" type="datetime1">
              <a:rPr lang="en-US" smtClean="0"/>
              <a:t>6/3/2022</a:t>
            </a:fld>
            <a:endParaRPr lang="en-US"/>
          </a:p>
        </p:txBody>
      </p:sp>
      <p:sp>
        <p:nvSpPr>
          <p:cNvPr id="7" name="Footer Placeholder 4"/>
          <p:cNvSpPr>
            <a:spLocks noGrp="1"/>
          </p:cNvSpPr>
          <p:nvPr>
            <p:ph type="ftr" sz="quarter" idx="11"/>
          </p:nvPr>
        </p:nvSpPr>
        <p:spPr/>
        <p:txBody>
          <a:bodyPr/>
          <a:lstStyle>
            <a:lvl1pPr>
              <a:defRPr/>
            </a:lvl1pPr>
            <a:extLst/>
          </a:lstStyle>
          <a:p>
            <a:endParaRPr lang="en-US"/>
          </a:p>
        </p:txBody>
      </p:sp>
      <p:sp>
        <p:nvSpPr>
          <p:cNvPr id="8" name="Slide Number Placeholder 5"/>
          <p:cNvSpPr>
            <a:spLocks noGrp="1"/>
          </p:cNvSpPr>
          <p:nvPr>
            <p:ph type="sldNum" sz="quarter" idx="12"/>
          </p:nvPr>
        </p:nvSpPr>
        <p:spPr/>
        <p:txBody>
          <a:bodyPr/>
          <a:lstStyle>
            <a:lvl1pPr>
              <a:defRPr/>
            </a:lvl1pPr>
            <a:extLst/>
          </a:lstStyle>
          <a:p>
            <a:fld id="{614F85D0-BF04-4AE2-BD29-5B88EBBDA047}" type="slidenum">
              <a:rPr lang="en-US" smtClean="0"/>
              <a:t>‹#›</a:t>
            </a:fld>
            <a:endParaRPr lang="en-US"/>
          </a:p>
        </p:txBody>
      </p:sp>
    </p:spTree>
    <p:extLst>
      <p:ext uri="{BB962C8B-B14F-4D97-AF65-F5344CB8AC3E}">
        <p14:creationId xmlns:p14="http://schemas.microsoft.com/office/powerpoint/2010/main" val="3818332071"/>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09600" y="1481329"/>
            <a:ext cx="5384800" cy="4525963"/>
          </a:xfrm>
        </p:spPr>
        <p:txBody>
          <a:bodyPr/>
          <a:lstStyle>
            <a:lvl1pPr>
              <a:defRPr sz="2800"/>
            </a:lvl1pPr>
            <a:lvl2pPr>
              <a:defRPr sz="2400"/>
            </a:lvl2pPr>
            <a:lvl3pPr>
              <a:defRPr sz="2000"/>
            </a:lvl3pPr>
            <a:lvl4pPr>
              <a:defRPr sz="1800"/>
            </a:lvl4pPr>
            <a:lvl5pPr>
              <a:defRPr sz="18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481329"/>
            <a:ext cx="5384800" cy="4525963"/>
          </a:xfrm>
        </p:spPr>
        <p:txBody>
          <a:bodyPr/>
          <a:lstStyle>
            <a:lvl1pPr>
              <a:defRPr sz="2800"/>
            </a:lvl1pPr>
            <a:lvl2pPr>
              <a:defRPr sz="2400"/>
            </a:lvl2pPr>
            <a:lvl3pPr>
              <a:defRPr sz="2000"/>
            </a:lvl3pPr>
            <a:lvl4pPr>
              <a:defRPr sz="1800"/>
            </a:lvl4pPr>
            <a:lvl5pPr>
              <a:defRPr sz="18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itle 7"/>
          <p:cNvSpPr>
            <a:spLocks noGrp="1"/>
          </p:cNvSpPr>
          <p:nvPr>
            <p:ph type="title"/>
          </p:nvPr>
        </p:nvSpPr>
        <p:spPr/>
        <p:txBody>
          <a:bodyPr rtlCol="0"/>
          <a:lstStyle/>
          <a:p>
            <a:r>
              <a:rPr lang="en-US"/>
              <a:t>Click to edit Master title style</a:t>
            </a:r>
          </a:p>
        </p:txBody>
      </p:sp>
      <p:sp>
        <p:nvSpPr>
          <p:cNvPr id="5" name="Date Placeholder 4"/>
          <p:cNvSpPr>
            <a:spLocks noGrp="1"/>
          </p:cNvSpPr>
          <p:nvPr>
            <p:ph type="dt" sz="half" idx="10"/>
          </p:nvPr>
        </p:nvSpPr>
        <p:spPr/>
        <p:txBody>
          <a:bodyPr/>
          <a:lstStyle>
            <a:lvl1pPr>
              <a:defRPr/>
            </a:lvl1pPr>
            <a:extLst/>
          </a:lstStyle>
          <a:p>
            <a:fld id="{069DE1BC-927C-4496-9AB3-A78C03952EE7}" type="datetime1">
              <a:rPr lang="en-US" smtClean="0"/>
              <a:t>6/3/2022</a:t>
            </a:fld>
            <a:endParaRPr lang="en-US"/>
          </a:p>
        </p:txBody>
      </p:sp>
      <p:sp>
        <p:nvSpPr>
          <p:cNvPr id="6" name="Footer Placeholder 5"/>
          <p:cNvSpPr>
            <a:spLocks noGrp="1"/>
          </p:cNvSpPr>
          <p:nvPr>
            <p:ph type="ftr" sz="quarter" idx="11"/>
          </p:nvPr>
        </p:nvSpPr>
        <p:spPr/>
        <p:txBody>
          <a:bodyPr/>
          <a:lstStyle>
            <a:lvl1pPr>
              <a:defRPr/>
            </a:lvl1pPr>
            <a:extLst/>
          </a:lstStyle>
          <a:p>
            <a:endParaRPr lang="en-US"/>
          </a:p>
        </p:txBody>
      </p:sp>
      <p:sp>
        <p:nvSpPr>
          <p:cNvPr id="7" name="Slide Number Placeholder 6"/>
          <p:cNvSpPr>
            <a:spLocks noGrp="1"/>
          </p:cNvSpPr>
          <p:nvPr>
            <p:ph type="sldNum" sz="quarter" idx="12"/>
          </p:nvPr>
        </p:nvSpPr>
        <p:spPr/>
        <p:txBody>
          <a:bodyPr/>
          <a:lstStyle>
            <a:lvl1pPr>
              <a:defRPr/>
            </a:lvl1pPr>
            <a:extLst/>
          </a:lstStyle>
          <a:p>
            <a:fld id="{614F85D0-BF04-4AE2-BD29-5B88EBBDA047}" type="slidenum">
              <a:rPr lang="en-US" smtClean="0"/>
              <a:t>‹#›</a:t>
            </a:fld>
            <a:endParaRPr lang="en-US"/>
          </a:p>
        </p:txBody>
      </p:sp>
    </p:spTree>
    <p:extLst>
      <p:ext uri="{BB962C8B-B14F-4D97-AF65-F5344CB8AC3E}">
        <p14:creationId xmlns:p14="http://schemas.microsoft.com/office/powerpoint/2010/main" val="3054083354"/>
      </p:ext>
    </p:extLst>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10972800" cy="1143000"/>
          </a:xfrm>
        </p:spPr>
        <p:txBody>
          <a:bodyPr/>
          <a:lstStyle>
            <a:lvl1pPr>
              <a:defRPr/>
            </a:lvl1pPr>
            <a:extLst/>
          </a:lstStyle>
          <a:p>
            <a:r>
              <a:rPr lang="en-US"/>
              <a:t>Click to edit Master title style</a:t>
            </a:r>
          </a:p>
        </p:txBody>
      </p:sp>
      <p:sp>
        <p:nvSpPr>
          <p:cNvPr id="3" name="Text Placeholder 2"/>
          <p:cNvSpPr>
            <a:spLocks noGrp="1"/>
          </p:cNvSpPr>
          <p:nvPr>
            <p:ph type="body" idx="1"/>
          </p:nvPr>
        </p:nvSpPr>
        <p:spPr>
          <a:xfrm>
            <a:off x="609600" y="5410200"/>
            <a:ext cx="5386917"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a:r>
              <a:rPr lang="en-US"/>
              <a:t>Click to edit Master text styles</a:t>
            </a:r>
          </a:p>
        </p:txBody>
      </p:sp>
      <p:sp>
        <p:nvSpPr>
          <p:cNvPr id="4" name="Text Placeholder 3"/>
          <p:cNvSpPr>
            <a:spLocks noGrp="1"/>
          </p:cNvSpPr>
          <p:nvPr>
            <p:ph type="body" sz="half" idx="3"/>
          </p:nvPr>
        </p:nvSpPr>
        <p:spPr>
          <a:xfrm>
            <a:off x="6193369" y="5410200"/>
            <a:ext cx="5389033"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a:r>
              <a:rPr lang="en-US"/>
              <a:t>Click to edit Master text styles</a:t>
            </a:r>
          </a:p>
        </p:txBody>
      </p:sp>
      <p:sp>
        <p:nvSpPr>
          <p:cNvPr id="5" name="Content Placeholder 4"/>
          <p:cNvSpPr>
            <a:spLocks noGrp="1"/>
          </p:cNvSpPr>
          <p:nvPr>
            <p:ph sz="quarter" idx="2"/>
          </p:nvPr>
        </p:nvSpPr>
        <p:spPr>
          <a:xfrm>
            <a:off x="609600" y="1444295"/>
            <a:ext cx="5386917"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193368" y="1444295"/>
            <a:ext cx="5389033"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vl1pPr>
            <a:extLst/>
          </a:lstStyle>
          <a:p>
            <a:fld id="{168AC3A6-AC73-4AB0-AF07-2B014E364BA4}" type="datetime1">
              <a:rPr lang="en-US" smtClean="0"/>
              <a:t>6/3/2022</a:t>
            </a:fld>
            <a:endParaRPr lang="en-US"/>
          </a:p>
        </p:txBody>
      </p:sp>
      <p:sp>
        <p:nvSpPr>
          <p:cNvPr id="8" name="Footer Placeholder 7"/>
          <p:cNvSpPr>
            <a:spLocks noGrp="1"/>
          </p:cNvSpPr>
          <p:nvPr>
            <p:ph type="ftr" sz="quarter" idx="11"/>
          </p:nvPr>
        </p:nvSpPr>
        <p:spPr/>
        <p:txBody>
          <a:bodyPr/>
          <a:lstStyle>
            <a:lvl1pPr>
              <a:defRPr/>
            </a:lvl1pPr>
            <a:extLst/>
          </a:lstStyle>
          <a:p>
            <a:endParaRPr lang="en-US"/>
          </a:p>
        </p:txBody>
      </p:sp>
      <p:sp>
        <p:nvSpPr>
          <p:cNvPr id="9" name="Slide Number Placeholder 8"/>
          <p:cNvSpPr>
            <a:spLocks noGrp="1"/>
          </p:cNvSpPr>
          <p:nvPr>
            <p:ph type="sldNum" sz="quarter" idx="12"/>
          </p:nvPr>
        </p:nvSpPr>
        <p:spPr/>
        <p:txBody>
          <a:bodyPr/>
          <a:lstStyle>
            <a:lvl1pPr>
              <a:defRPr/>
            </a:lvl1pPr>
            <a:extLst/>
          </a:lstStyle>
          <a:p>
            <a:fld id="{614F85D0-BF04-4AE2-BD29-5B88EBBDA047}" type="slidenum">
              <a:rPr lang="en-US" smtClean="0"/>
              <a:t>‹#›</a:t>
            </a:fld>
            <a:endParaRPr lang="en-US"/>
          </a:p>
        </p:txBody>
      </p:sp>
    </p:spTree>
    <p:extLst>
      <p:ext uri="{BB962C8B-B14F-4D97-AF65-F5344CB8AC3E}">
        <p14:creationId xmlns:p14="http://schemas.microsoft.com/office/powerpoint/2010/main" val="1279555219"/>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6" name="Title 5"/>
          <p:cNvSpPr>
            <a:spLocks noGrp="1"/>
          </p:cNvSpPr>
          <p:nvPr>
            <p:ph type="title"/>
          </p:nvPr>
        </p:nvSpPr>
        <p:spPr/>
        <p:txBody>
          <a:bodyPr rtlCol="0"/>
          <a:lstStyle/>
          <a:p>
            <a:r>
              <a:rPr lang="en-US"/>
              <a:t>Click to edit Master title style</a:t>
            </a:r>
          </a:p>
        </p:txBody>
      </p:sp>
      <p:sp>
        <p:nvSpPr>
          <p:cNvPr id="3" name="Date Placeholder 2"/>
          <p:cNvSpPr>
            <a:spLocks noGrp="1"/>
          </p:cNvSpPr>
          <p:nvPr>
            <p:ph type="dt" sz="half" idx="10"/>
          </p:nvPr>
        </p:nvSpPr>
        <p:spPr/>
        <p:txBody>
          <a:bodyPr/>
          <a:lstStyle>
            <a:lvl1pPr>
              <a:defRPr/>
            </a:lvl1pPr>
            <a:extLst/>
          </a:lstStyle>
          <a:p>
            <a:fld id="{34E76F52-E24A-4C3D-B9E0-BD8468AD5BC6}" type="datetime1">
              <a:rPr lang="en-US" smtClean="0"/>
              <a:t>6/3/2022</a:t>
            </a:fld>
            <a:endParaRPr lang="en-US"/>
          </a:p>
        </p:txBody>
      </p:sp>
      <p:sp>
        <p:nvSpPr>
          <p:cNvPr id="4" name="Footer Placeholder 3"/>
          <p:cNvSpPr>
            <a:spLocks noGrp="1"/>
          </p:cNvSpPr>
          <p:nvPr>
            <p:ph type="ftr" sz="quarter" idx="11"/>
          </p:nvPr>
        </p:nvSpPr>
        <p:spPr/>
        <p:txBody>
          <a:bodyPr/>
          <a:lstStyle>
            <a:lvl1pPr>
              <a:defRPr/>
            </a:lvl1pPr>
            <a:extLst/>
          </a:lstStyle>
          <a:p>
            <a:endParaRPr lang="en-US"/>
          </a:p>
        </p:txBody>
      </p:sp>
      <p:sp>
        <p:nvSpPr>
          <p:cNvPr id="5" name="Slide Number Placeholder 4"/>
          <p:cNvSpPr>
            <a:spLocks noGrp="1"/>
          </p:cNvSpPr>
          <p:nvPr>
            <p:ph type="sldNum" sz="quarter" idx="12"/>
          </p:nvPr>
        </p:nvSpPr>
        <p:spPr/>
        <p:txBody>
          <a:bodyPr/>
          <a:lstStyle>
            <a:lvl1pPr>
              <a:defRPr/>
            </a:lvl1pPr>
            <a:extLst/>
          </a:lstStyle>
          <a:p>
            <a:fld id="{614F85D0-BF04-4AE2-BD29-5B88EBBDA047}" type="slidenum">
              <a:rPr lang="en-US" smtClean="0"/>
              <a:t>‹#›</a:t>
            </a:fld>
            <a:endParaRPr lang="en-US"/>
          </a:p>
        </p:txBody>
      </p:sp>
    </p:spTree>
    <p:extLst>
      <p:ext uri="{BB962C8B-B14F-4D97-AF65-F5344CB8AC3E}">
        <p14:creationId xmlns:p14="http://schemas.microsoft.com/office/powerpoint/2010/main" val="1161188864"/>
      </p:ext>
    </p:extLst>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9"/>
          <p:cNvSpPr>
            <a:spLocks noGrp="1"/>
          </p:cNvSpPr>
          <p:nvPr>
            <p:ph type="dt" sz="half" idx="10"/>
          </p:nvPr>
        </p:nvSpPr>
        <p:spPr/>
        <p:txBody>
          <a:bodyPr/>
          <a:lstStyle>
            <a:lvl1pPr>
              <a:defRPr/>
            </a:lvl1pPr>
          </a:lstStyle>
          <a:p>
            <a:fld id="{CA96EE63-D49D-4CA0-BA96-815A12F7EC9F}" type="datetime1">
              <a:rPr lang="en-US" smtClean="0"/>
              <a:t>6/3/2022</a:t>
            </a:fld>
            <a:endParaRPr lang="en-US"/>
          </a:p>
        </p:txBody>
      </p:sp>
      <p:sp>
        <p:nvSpPr>
          <p:cNvPr id="3" name="Footer Placeholder 21"/>
          <p:cNvSpPr>
            <a:spLocks noGrp="1"/>
          </p:cNvSpPr>
          <p:nvPr>
            <p:ph type="ftr" sz="quarter" idx="11"/>
          </p:nvPr>
        </p:nvSpPr>
        <p:spPr/>
        <p:txBody>
          <a:bodyPr/>
          <a:lstStyle>
            <a:lvl1pPr>
              <a:defRPr/>
            </a:lvl1pPr>
          </a:lstStyle>
          <a:p>
            <a:endParaRPr lang="en-US"/>
          </a:p>
        </p:txBody>
      </p:sp>
      <p:sp>
        <p:nvSpPr>
          <p:cNvPr id="4" name="Slide Number Placeholder 17"/>
          <p:cNvSpPr>
            <a:spLocks noGrp="1"/>
          </p:cNvSpPr>
          <p:nvPr>
            <p:ph type="sldNum" sz="quarter" idx="12"/>
          </p:nvPr>
        </p:nvSpPr>
        <p:spPr/>
        <p:txBody>
          <a:bodyPr/>
          <a:lstStyle>
            <a:lvl1pPr>
              <a:defRPr/>
            </a:lvl1pPr>
          </a:lstStyle>
          <a:p>
            <a:fld id="{614F85D0-BF04-4AE2-BD29-5B88EBBDA047}" type="slidenum">
              <a:rPr lang="en-US" smtClean="0"/>
              <a:t>‹#›</a:t>
            </a:fld>
            <a:endParaRPr lang="en-US"/>
          </a:p>
        </p:txBody>
      </p:sp>
    </p:spTree>
    <p:extLst>
      <p:ext uri="{BB962C8B-B14F-4D97-AF65-F5344CB8AC3E}">
        <p14:creationId xmlns:p14="http://schemas.microsoft.com/office/powerpoint/2010/main" val="34043593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4876800"/>
            <a:ext cx="9975701" cy="457200"/>
          </a:xfrm>
        </p:spPr>
        <p:txBody>
          <a:bodyPr anchor="t">
            <a:noAutofit/>
            <a:sp3d prstMaterial="softEdge">
              <a:bevelT w="0" h="0"/>
            </a:sp3d>
          </a:bodyPr>
          <a:lstStyle>
            <a:lvl1pPr algn="r">
              <a:buNone/>
              <a:defRPr sz="2500" b="0">
                <a:solidFill>
                  <a:schemeClr val="accent1"/>
                </a:solidFill>
                <a:effectLst/>
              </a:defRPr>
            </a:lvl1pPr>
            <a:extLst/>
          </a:lstStyle>
          <a:p>
            <a:r>
              <a:rPr lang="en-US"/>
              <a:t>Click to edit Master title style</a:t>
            </a:r>
          </a:p>
        </p:txBody>
      </p:sp>
      <p:sp>
        <p:nvSpPr>
          <p:cNvPr id="3" name="Text Placeholder 2"/>
          <p:cNvSpPr>
            <a:spLocks noGrp="1"/>
          </p:cNvSpPr>
          <p:nvPr>
            <p:ph type="body" idx="2"/>
          </p:nvPr>
        </p:nvSpPr>
        <p:spPr>
          <a:xfrm>
            <a:off x="5892800" y="5355102"/>
            <a:ext cx="5299456"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a:r>
              <a:rPr lang="en-US"/>
              <a:t>Click to edit Master text styles</a:t>
            </a:r>
          </a:p>
        </p:txBody>
      </p:sp>
      <p:sp>
        <p:nvSpPr>
          <p:cNvPr id="4" name="Content Placeholder 3"/>
          <p:cNvSpPr>
            <a:spLocks noGrp="1"/>
          </p:cNvSpPr>
          <p:nvPr>
            <p:ph sz="half" idx="1"/>
          </p:nvPr>
        </p:nvSpPr>
        <p:spPr>
          <a:xfrm>
            <a:off x="1219200" y="274320"/>
            <a:ext cx="9973056" cy="4572000"/>
          </a:xfrm>
        </p:spPr>
        <p:txBody>
          <a:bodyPr/>
          <a:lstStyle>
            <a:lvl1pPr>
              <a:defRPr sz="3200"/>
            </a:lvl1pPr>
            <a:lvl2pPr>
              <a:defRPr sz="2800"/>
            </a:lvl2pPr>
            <a:lvl3pPr>
              <a:defRPr sz="2400"/>
            </a:lvl3pPr>
            <a:lvl4pPr>
              <a:defRPr sz="2000"/>
            </a:lvl4pPr>
            <a:lvl5pPr>
              <a:defRPr sz="20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extLst/>
          </a:lstStyle>
          <a:p>
            <a:fld id="{BDB5CB6C-DE59-41CE-9856-1D2658B98A3E}" type="datetime1">
              <a:rPr lang="en-US" smtClean="0"/>
              <a:t>6/3/2022</a:t>
            </a:fld>
            <a:endParaRPr lang="en-US"/>
          </a:p>
        </p:txBody>
      </p:sp>
      <p:sp>
        <p:nvSpPr>
          <p:cNvPr id="6" name="Footer Placeholder 5"/>
          <p:cNvSpPr>
            <a:spLocks noGrp="1"/>
          </p:cNvSpPr>
          <p:nvPr>
            <p:ph type="ftr" sz="quarter" idx="11"/>
          </p:nvPr>
        </p:nvSpPr>
        <p:spPr/>
        <p:txBody>
          <a:bodyPr/>
          <a:lstStyle>
            <a:lvl1pPr>
              <a:defRPr/>
            </a:lvl1pPr>
            <a:extLst/>
          </a:lstStyle>
          <a:p>
            <a:endParaRPr lang="en-US"/>
          </a:p>
        </p:txBody>
      </p:sp>
      <p:sp>
        <p:nvSpPr>
          <p:cNvPr id="7" name="Slide Number Placeholder 6"/>
          <p:cNvSpPr>
            <a:spLocks noGrp="1"/>
          </p:cNvSpPr>
          <p:nvPr>
            <p:ph type="sldNum" sz="quarter" idx="12"/>
          </p:nvPr>
        </p:nvSpPr>
        <p:spPr/>
        <p:txBody>
          <a:bodyPr/>
          <a:lstStyle>
            <a:lvl1pPr>
              <a:defRPr/>
            </a:lvl1pPr>
            <a:extLst/>
          </a:lstStyle>
          <a:p>
            <a:fld id="{614F85D0-BF04-4AE2-BD29-5B88EBBDA047}" type="slidenum">
              <a:rPr lang="en-US" smtClean="0"/>
              <a:t>‹#›</a:t>
            </a:fld>
            <a:endParaRPr lang="en-US"/>
          </a:p>
        </p:txBody>
      </p:sp>
    </p:spTree>
    <p:extLst>
      <p:ext uri="{BB962C8B-B14F-4D97-AF65-F5344CB8AC3E}">
        <p14:creationId xmlns:p14="http://schemas.microsoft.com/office/powerpoint/2010/main" val="2190291374"/>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5" name="Freeform 4"/>
          <p:cNvSpPr>
            <a:spLocks/>
          </p:cNvSpPr>
          <p:nvPr/>
        </p:nvSpPr>
        <p:spPr bwMode="auto">
          <a:xfrm>
            <a:off x="954617" y="5002214"/>
            <a:ext cx="5069416" cy="1443037"/>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a:defRPr/>
            </a:pPr>
            <a:endParaRPr lang="en-US" sz="1800"/>
          </a:p>
        </p:txBody>
      </p:sp>
      <p:sp>
        <p:nvSpPr>
          <p:cNvPr id="6" name="Freeform 5"/>
          <p:cNvSpPr>
            <a:spLocks/>
          </p:cNvSpPr>
          <p:nvPr/>
        </p:nvSpPr>
        <p:spPr bwMode="auto">
          <a:xfrm>
            <a:off x="-71966" y="5784850"/>
            <a:ext cx="506941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a:lstStyle/>
          <a:p>
            <a:pPr>
              <a:defRPr/>
            </a:pPr>
            <a:endParaRPr lang="en-US" sz="1800"/>
          </a:p>
        </p:txBody>
      </p:sp>
      <p:sp>
        <p:nvSpPr>
          <p:cNvPr id="7" name="Right Triangle 6"/>
          <p:cNvSpPr>
            <a:spLocks/>
          </p:cNvSpPr>
          <p:nvPr/>
        </p:nvSpPr>
        <p:spPr bwMode="auto">
          <a:xfrm>
            <a:off x="-8056" y="5791253"/>
            <a:ext cx="4536419" cy="1080868"/>
          </a:xfrm>
          <a:prstGeom prst="rtTriangle">
            <a:avLst/>
          </a:prstGeom>
          <a:blipFill>
            <a:blip r:embed="rId3"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sz="1800"/>
          </a:p>
        </p:txBody>
      </p:sp>
      <p:cxnSp>
        <p:nvCxnSpPr>
          <p:cNvPr id="8" name="Straight Connector 7"/>
          <p:cNvCxnSpPr/>
          <p:nvPr/>
        </p:nvCxnSpPr>
        <p:spPr>
          <a:xfrm>
            <a:off x="-12316" y="5787739"/>
            <a:ext cx="454067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Chevron 8"/>
          <p:cNvSpPr/>
          <p:nvPr/>
        </p:nvSpPr>
        <p:spPr>
          <a:xfrm>
            <a:off x="11552768" y="4987925"/>
            <a:ext cx="243417"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defRPr/>
            </a:pPr>
            <a:endParaRPr lang="en-US" sz="1800"/>
          </a:p>
        </p:txBody>
      </p:sp>
      <p:sp>
        <p:nvSpPr>
          <p:cNvPr id="10" name="Chevron 9"/>
          <p:cNvSpPr/>
          <p:nvPr/>
        </p:nvSpPr>
        <p:spPr>
          <a:xfrm>
            <a:off x="11303001" y="4987925"/>
            <a:ext cx="243417"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defRPr/>
            </a:pPr>
            <a:endParaRPr lang="en-US" sz="1800"/>
          </a:p>
        </p:txBody>
      </p:sp>
      <p:sp>
        <p:nvSpPr>
          <p:cNvPr id="4" name="Text Placeholder 3"/>
          <p:cNvSpPr>
            <a:spLocks noGrp="1"/>
          </p:cNvSpPr>
          <p:nvPr>
            <p:ph type="body" sz="half" idx="2"/>
          </p:nvPr>
        </p:nvSpPr>
        <p:spPr>
          <a:xfrm>
            <a:off x="1521643" y="5443402"/>
            <a:ext cx="9550400" cy="648232"/>
          </a:xfrm>
          <a:noFill/>
        </p:spPr>
        <p:txBody>
          <a:bodyPr tIns="0"/>
          <a:lstStyle>
            <a:lvl1pPr marL="0" marR="18288" indent="0" algn="r">
              <a:buNone/>
              <a:defRPr sz="1400"/>
            </a:lvl1pPr>
            <a:lvl2pPr>
              <a:defRPr sz="1200"/>
            </a:lvl2pPr>
            <a:lvl3pPr>
              <a:defRPr sz="1000"/>
            </a:lvl3pPr>
            <a:lvl4pPr>
              <a:defRPr sz="900"/>
            </a:lvl4pPr>
            <a:lvl5pPr>
              <a:defRPr sz="900"/>
            </a:lvl5pPr>
            <a:extLst/>
          </a:lstStyle>
          <a:p>
            <a:pPr lvl="0"/>
            <a:r>
              <a:rPr lang="en-US"/>
              <a:t>Click to edit Master text styles</a:t>
            </a:r>
          </a:p>
        </p:txBody>
      </p:sp>
      <p:sp>
        <p:nvSpPr>
          <p:cNvPr id="3" name="Picture Placeholder 2"/>
          <p:cNvSpPr>
            <a:spLocks noGrp="1"/>
          </p:cNvSpPr>
          <p:nvPr>
            <p:ph type="pic" idx="1"/>
          </p:nvPr>
        </p:nvSpPr>
        <p:spPr>
          <a:xfrm>
            <a:off x="304800" y="189968"/>
            <a:ext cx="11582400" cy="4389120"/>
          </a:xfrm>
          <a:prstGeom prst="rect">
            <a:avLst/>
          </a:prstGeom>
          <a:solidFill>
            <a:schemeClr val="bg2"/>
          </a:solidFill>
          <a:ln>
            <a:solidFill>
              <a:schemeClr val="bg1"/>
            </a:solidFill>
          </a:ln>
          <a:effectLst>
            <a:innerShdw blurRad="95250">
              <a:srgbClr val="000000"/>
            </a:innerShdw>
          </a:effectLst>
        </p:spPr>
        <p:txBody>
          <a:bodyPr>
            <a:normAutofit/>
          </a:bodyPr>
          <a:lstStyle>
            <a:lvl1pPr marL="0" indent="0">
              <a:buNone/>
              <a:defRPr sz="3200"/>
            </a:lvl1pPr>
            <a:extLst/>
          </a:lstStyle>
          <a:p>
            <a:pPr lvl="0"/>
            <a:r>
              <a:rPr lang="en-US" noProof="0"/>
              <a:t>Click icon to add picture</a:t>
            </a:r>
            <a:endParaRPr lang="en-US" noProof="0" dirty="0"/>
          </a:p>
        </p:txBody>
      </p:sp>
      <p:sp>
        <p:nvSpPr>
          <p:cNvPr id="2" name="Title 1"/>
          <p:cNvSpPr>
            <a:spLocks noGrp="1"/>
          </p:cNvSpPr>
          <p:nvPr>
            <p:ph type="title"/>
          </p:nvPr>
        </p:nvSpPr>
        <p:spPr>
          <a:xfrm>
            <a:off x="304800" y="4865122"/>
            <a:ext cx="10767243"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lang="en-US"/>
              <a:t>Click to edit Master title style</a:t>
            </a:r>
          </a:p>
        </p:txBody>
      </p:sp>
      <p:sp>
        <p:nvSpPr>
          <p:cNvPr id="11" name="Date Placeholder 4"/>
          <p:cNvSpPr>
            <a:spLocks noGrp="1"/>
          </p:cNvSpPr>
          <p:nvPr>
            <p:ph type="dt" sz="half" idx="10"/>
          </p:nvPr>
        </p:nvSpPr>
        <p:spPr/>
        <p:txBody>
          <a:bodyPr/>
          <a:lstStyle>
            <a:lvl1pPr>
              <a:defRPr>
                <a:solidFill>
                  <a:schemeClr val="tx1"/>
                </a:solidFill>
              </a:defRPr>
            </a:lvl1pPr>
            <a:extLst/>
          </a:lstStyle>
          <a:p>
            <a:fld id="{7BEFB46C-9FA0-40AB-B1B1-E42CA0D2E95E}" type="datetime1">
              <a:rPr lang="en-US" smtClean="0"/>
              <a:t>6/3/2022</a:t>
            </a:fld>
            <a:endParaRPr lang="en-US"/>
          </a:p>
        </p:txBody>
      </p:sp>
      <p:sp>
        <p:nvSpPr>
          <p:cNvPr id="12" name="Footer Placeholder 5"/>
          <p:cNvSpPr>
            <a:spLocks noGrp="1"/>
          </p:cNvSpPr>
          <p:nvPr>
            <p:ph type="ftr" sz="quarter" idx="11"/>
          </p:nvPr>
        </p:nvSpPr>
        <p:spPr/>
        <p:txBody>
          <a:bodyPr/>
          <a:lstStyle>
            <a:lvl1pPr>
              <a:defRPr>
                <a:solidFill>
                  <a:schemeClr val="tx1"/>
                </a:solidFill>
              </a:defRPr>
            </a:lvl1pPr>
            <a:extLst/>
          </a:lstStyle>
          <a:p>
            <a:endParaRPr lang="en-US"/>
          </a:p>
        </p:txBody>
      </p:sp>
      <p:sp>
        <p:nvSpPr>
          <p:cNvPr id="13" name="Slide Number Placeholder 6"/>
          <p:cNvSpPr>
            <a:spLocks noGrp="1"/>
          </p:cNvSpPr>
          <p:nvPr>
            <p:ph type="sldNum" sz="quarter" idx="12"/>
          </p:nvPr>
        </p:nvSpPr>
        <p:spPr/>
        <p:txBody>
          <a:bodyPr/>
          <a:lstStyle>
            <a:lvl1pPr>
              <a:defRPr>
                <a:solidFill>
                  <a:schemeClr val="tx1"/>
                </a:solidFill>
              </a:defRPr>
            </a:lvl1pPr>
            <a:extLst/>
          </a:lstStyle>
          <a:p>
            <a:fld id="{614F85D0-BF04-4AE2-BD29-5B88EBBDA047}" type="slidenum">
              <a:rPr lang="en-US" smtClean="0"/>
              <a:t>‹#›</a:t>
            </a:fld>
            <a:endParaRPr lang="en-US"/>
          </a:p>
        </p:txBody>
      </p:sp>
    </p:spTree>
    <p:extLst>
      <p:ext uri="{BB962C8B-B14F-4D97-AF65-F5344CB8AC3E}">
        <p14:creationId xmlns:p14="http://schemas.microsoft.com/office/powerpoint/2010/main" val="2186766959"/>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a:xfrm>
            <a:off x="609600" y="1481330"/>
            <a:ext cx="10972800" cy="438607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p:cNvSpPr>
            <a:spLocks noGrp="1"/>
          </p:cNvSpPr>
          <p:nvPr>
            <p:ph type="dt" sz="half" idx="10"/>
          </p:nvPr>
        </p:nvSpPr>
        <p:spPr/>
        <p:txBody>
          <a:bodyPr/>
          <a:lstStyle>
            <a:lvl1pPr>
              <a:defRPr/>
            </a:lvl1pPr>
          </a:lstStyle>
          <a:p>
            <a:fld id="{B61C78D6-5F1C-4D75-B826-06375DAFE5F6}" type="datetime1">
              <a:rPr lang="en-US" smtClean="0"/>
              <a:t>6/3/2022</a:t>
            </a:fld>
            <a:endParaRPr lang="en-US"/>
          </a:p>
        </p:txBody>
      </p:sp>
      <p:sp>
        <p:nvSpPr>
          <p:cNvPr id="5" name="Footer Placeholder 21"/>
          <p:cNvSpPr>
            <a:spLocks noGrp="1"/>
          </p:cNvSpPr>
          <p:nvPr>
            <p:ph type="ftr" sz="quarter" idx="11"/>
          </p:nvPr>
        </p:nvSpPr>
        <p:spPr/>
        <p:txBody>
          <a:bodyPr/>
          <a:lstStyle>
            <a:lvl1pPr>
              <a:defRPr/>
            </a:lvl1pPr>
          </a:lstStyle>
          <a:p>
            <a:endParaRPr lang="en-US"/>
          </a:p>
        </p:txBody>
      </p:sp>
      <p:sp>
        <p:nvSpPr>
          <p:cNvPr id="6" name="Slide Number Placeholder 17"/>
          <p:cNvSpPr>
            <a:spLocks noGrp="1"/>
          </p:cNvSpPr>
          <p:nvPr>
            <p:ph type="sldNum" sz="quarter" idx="12"/>
          </p:nvPr>
        </p:nvSpPr>
        <p:spPr/>
        <p:txBody>
          <a:bodyPr/>
          <a:lstStyle>
            <a:lvl1pPr>
              <a:defRPr/>
            </a:lvl1pPr>
          </a:lstStyle>
          <a:p>
            <a:fld id="{614F85D0-BF04-4AE2-BD29-5B88EBBDA047}" type="slidenum">
              <a:rPr lang="en-US" smtClean="0"/>
              <a:t>‹#›</a:t>
            </a:fld>
            <a:endParaRPr lang="en-US"/>
          </a:p>
        </p:txBody>
      </p:sp>
    </p:spTree>
    <p:extLst>
      <p:ext uri="{BB962C8B-B14F-4D97-AF65-F5344CB8AC3E}">
        <p14:creationId xmlns:p14="http://schemas.microsoft.com/office/powerpoint/2010/main" val="6330598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25351" y="274641"/>
            <a:ext cx="2369960" cy="5592761"/>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432800" cy="559276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p:cNvSpPr>
            <a:spLocks noGrp="1"/>
          </p:cNvSpPr>
          <p:nvPr>
            <p:ph type="dt" sz="half" idx="10"/>
          </p:nvPr>
        </p:nvSpPr>
        <p:spPr/>
        <p:txBody>
          <a:bodyPr/>
          <a:lstStyle>
            <a:lvl1pPr>
              <a:defRPr/>
            </a:lvl1pPr>
          </a:lstStyle>
          <a:p>
            <a:fld id="{0B774FCF-DCE4-4E04-A4E9-9FE0B4124829}" type="datetime1">
              <a:rPr lang="en-US" smtClean="0"/>
              <a:t>6/3/2022</a:t>
            </a:fld>
            <a:endParaRPr lang="en-US"/>
          </a:p>
        </p:txBody>
      </p:sp>
      <p:sp>
        <p:nvSpPr>
          <p:cNvPr id="5" name="Footer Placeholder 21"/>
          <p:cNvSpPr>
            <a:spLocks noGrp="1"/>
          </p:cNvSpPr>
          <p:nvPr>
            <p:ph type="ftr" sz="quarter" idx="11"/>
          </p:nvPr>
        </p:nvSpPr>
        <p:spPr/>
        <p:txBody>
          <a:bodyPr/>
          <a:lstStyle>
            <a:lvl1pPr>
              <a:defRPr/>
            </a:lvl1pPr>
          </a:lstStyle>
          <a:p>
            <a:endParaRPr lang="en-US"/>
          </a:p>
        </p:txBody>
      </p:sp>
      <p:sp>
        <p:nvSpPr>
          <p:cNvPr id="6" name="Slide Number Placeholder 17"/>
          <p:cNvSpPr>
            <a:spLocks noGrp="1"/>
          </p:cNvSpPr>
          <p:nvPr>
            <p:ph type="sldNum" sz="quarter" idx="12"/>
          </p:nvPr>
        </p:nvSpPr>
        <p:spPr/>
        <p:txBody>
          <a:bodyPr/>
          <a:lstStyle>
            <a:lvl1pPr>
              <a:defRPr/>
            </a:lvl1pPr>
          </a:lstStyle>
          <a:p>
            <a:fld id="{614F85D0-BF04-4AE2-BD29-5B88EBBDA047}" type="slidenum">
              <a:rPr lang="en-US" smtClean="0"/>
              <a:t>‹#›</a:t>
            </a:fld>
            <a:endParaRPr lang="en-US"/>
          </a:p>
        </p:txBody>
      </p:sp>
    </p:spTree>
    <p:extLst>
      <p:ext uri="{BB962C8B-B14F-4D97-AF65-F5344CB8AC3E}">
        <p14:creationId xmlns:p14="http://schemas.microsoft.com/office/powerpoint/2010/main" val="38484982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954617" y="5002214"/>
            <a:ext cx="5069416" cy="1443037"/>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a:defRPr/>
            </a:pPr>
            <a:endParaRPr lang="en-US" sz="1800"/>
          </a:p>
        </p:txBody>
      </p:sp>
      <p:sp>
        <p:nvSpPr>
          <p:cNvPr id="12" name="Freeform 11"/>
          <p:cNvSpPr>
            <a:spLocks/>
          </p:cNvSpPr>
          <p:nvPr/>
        </p:nvSpPr>
        <p:spPr bwMode="auto">
          <a:xfrm>
            <a:off x="-71966" y="5784850"/>
            <a:ext cx="506941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a:lstStyle/>
          <a:p>
            <a:pPr>
              <a:defRPr/>
            </a:pPr>
            <a:endParaRPr lang="en-US" sz="1800"/>
          </a:p>
        </p:txBody>
      </p:sp>
      <p:sp>
        <p:nvSpPr>
          <p:cNvPr id="14" name="Right Triangle 13"/>
          <p:cNvSpPr>
            <a:spLocks/>
          </p:cNvSpPr>
          <p:nvPr/>
        </p:nvSpPr>
        <p:spPr bwMode="auto">
          <a:xfrm>
            <a:off x="-8056" y="5791253"/>
            <a:ext cx="4536419" cy="1080868"/>
          </a:xfrm>
          <a:prstGeom prst="rtTriangle">
            <a:avLst/>
          </a:prstGeom>
          <a:blipFill>
            <a:blip r:embed="rId13"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sz="1800"/>
          </a:p>
        </p:txBody>
      </p:sp>
      <p:cxnSp>
        <p:nvCxnSpPr>
          <p:cNvPr id="15" name="Straight Connector 14"/>
          <p:cNvCxnSpPr/>
          <p:nvPr/>
        </p:nvCxnSpPr>
        <p:spPr>
          <a:xfrm>
            <a:off x="-12316" y="5787739"/>
            <a:ext cx="454067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609600" y="274638"/>
            <a:ext cx="10972800" cy="1143000"/>
          </a:xfrm>
          <a:prstGeom prst="rect">
            <a:avLst/>
          </a:prstGeom>
        </p:spPr>
        <p:txBody>
          <a:bodyPr vert="horz" anchor="ctr">
            <a:normAutofit/>
            <a:scene3d>
              <a:camera prst="orthographicFront"/>
              <a:lightRig rig="soft" dir="t"/>
            </a:scene3d>
            <a:sp3d prstMaterial="softEdge">
              <a:bevelT w="25400" h="25400"/>
            </a:sp3d>
          </a:bodyPr>
          <a:lstStyle/>
          <a:p>
            <a:r>
              <a:rPr lang="en-US"/>
              <a:t>Click to edit Master title style</a:t>
            </a:r>
          </a:p>
        </p:txBody>
      </p:sp>
      <p:sp>
        <p:nvSpPr>
          <p:cNvPr id="1033" name="Text Placeholder 29"/>
          <p:cNvSpPr>
            <a:spLocks noGrp="1"/>
          </p:cNvSpPr>
          <p:nvPr>
            <p:ph type="body" idx="1"/>
          </p:nvPr>
        </p:nvSpPr>
        <p:spPr bwMode="auto">
          <a:xfrm>
            <a:off x="609600" y="1481138"/>
            <a:ext cx="10972800" cy="452596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Date Placeholder 9"/>
          <p:cNvSpPr>
            <a:spLocks noGrp="1"/>
          </p:cNvSpPr>
          <p:nvPr>
            <p:ph type="dt" sz="half" idx="2"/>
          </p:nvPr>
        </p:nvSpPr>
        <p:spPr>
          <a:xfrm>
            <a:off x="8970433" y="6408739"/>
            <a:ext cx="2559051" cy="365125"/>
          </a:xfrm>
          <a:prstGeom prst="rect">
            <a:avLst/>
          </a:prstGeom>
        </p:spPr>
        <p:txBody>
          <a:bodyPr vert="horz" anchor="b"/>
          <a:lstStyle>
            <a:lvl1pPr algn="l" eaLnBrk="1" latinLnBrk="0" hangingPunct="1">
              <a:defRPr kumimoji="0" sz="1000">
                <a:solidFill>
                  <a:schemeClr val="tx1"/>
                </a:solidFill>
              </a:defRPr>
            </a:lvl1pPr>
            <a:extLst/>
          </a:lstStyle>
          <a:p>
            <a:fld id="{94B0B22E-B3BD-47E6-A9FC-6BDD83B4D3D6}" type="datetime1">
              <a:rPr lang="en-US" smtClean="0"/>
              <a:t>6/3/2022</a:t>
            </a:fld>
            <a:endParaRPr lang="en-US"/>
          </a:p>
        </p:txBody>
      </p:sp>
      <p:sp>
        <p:nvSpPr>
          <p:cNvPr id="22" name="Footer Placeholder 21"/>
          <p:cNvSpPr>
            <a:spLocks noGrp="1"/>
          </p:cNvSpPr>
          <p:nvPr>
            <p:ph type="ftr" sz="quarter" idx="3"/>
          </p:nvPr>
        </p:nvSpPr>
        <p:spPr>
          <a:xfrm>
            <a:off x="5839884" y="6408739"/>
            <a:ext cx="3134783" cy="365125"/>
          </a:xfrm>
          <a:prstGeom prst="rect">
            <a:avLst/>
          </a:prstGeom>
        </p:spPr>
        <p:txBody>
          <a:bodyPr vert="horz" anchor="b"/>
          <a:lstStyle>
            <a:lvl1pPr algn="r" eaLnBrk="1" latinLnBrk="0" hangingPunct="1">
              <a:defRPr kumimoji="0" sz="1000">
                <a:solidFill>
                  <a:schemeClr val="tx1"/>
                </a:solidFill>
              </a:defRPr>
            </a:lvl1pPr>
            <a:extLst/>
          </a:lstStyle>
          <a:p>
            <a:endParaRPr lang="en-US"/>
          </a:p>
        </p:txBody>
      </p:sp>
      <p:sp>
        <p:nvSpPr>
          <p:cNvPr id="18" name="Slide Number Placeholder 17"/>
          <p:cNvSpPr>
            <a:spLocks noGrp="1"/>
          </p:cNvSpPr>
          <p:nvPr>
            <p:ph type="sldNum" sz="quarter" idx="4"/>
          </p:nvPr>
        </p:nvSpPr>
        <p:spPr>
          <a:xfrm>
            <a:off x="11529484" y="6408739"/>
            <a:ext cx="488949" cy="365125"/>
          </a:xfrm>
          <a:prstGeom prst="rect">
            <a:avLst/>
          </a:prstGeom>
        </p:spPr>
        <p:txBody>
          <a:bodyPr vert="horz" anchor="b"/>
          <a:lstStyle>
            <a:lvl1pPr algn="r" eaLnBrk="1" latinLnBrk="0" hangingPunct="1">
              <a:defRPr kumimoji="0" sz="1000" b="0">
                <a:solidFill>
                  <a:schemeClr val="tx1"/>
                </a:solidFill>
              </a:defRPr>
            </a:lvl1pPr>
            <a:extLst/>
          </a:lstStyle>
          <a:p>
            <a:fld id="{614F85D0-BF04-4AE2-BD29-5B88EBBDA047}" type="slidenum">
              <a:rPr lang="en-US" smtClean="0"/>
              <a:t>‹#›</a:t>
            </a:fld>
            <a:endParaRPr lang="en-US"/>
          </a:p>
        </p:txBody>
      </p:sp>
    </p:spTree>
    <p:extLst>
      <p:ext uri="{BB962C8B-B14F-4D97-AF65-F5344CB8AC3E}">
        <p14:creationId xmlns:p14="http://schemas.microsoft.com/office/powerpoint/2010/main" val="2222206610"/>
      </p:ext>
    </p:extLst>
  </p:cSld>
  <p:clrMap bg1="lt1" tx1="dk1" bg2="lt2" tx2="dk2" accent1="accent1" accent2="accent2" accent3="accent3" accent4="accent4" accent5="accent5" accent6="accent6" hlink="hlink" folHlink="folHlink"/>
  <p:sldLayoutIdLst>
    <p:sldLayoutId id="2147483896" r:id="rId1"/>
    <p:sldLayoutId id="2147483897" r:id="rId2"/>
    <p:sldLayoutId id="2147483898" r:id="rId3"/>
    <p:sldLayoutId id="2147483899" r:id="rId4"/>
    <p:sldLayoutId id="2147483900" r:id="rId5"/>
    <p:sldLayoutId id="2147483901" r:id="rId6"/>
    <p:sldLayoutId id="2147483902" r:id="rId7"/>
    <p:sldLayoutId id="2147483903" r:id="rId8"/>
    <p:sldLayoutId id="2147483904" r:id="rId9"/>
    <p:sldLayoutId id="2147483905" r:id="rId10"/>
    <p:sldLayoutId id="2147483906" r:id="rId11"/>
  </p:sldLayoutIdLst>
  <p:hf hdr="0" ftr="0" dt="0"/>
  <p:txStyles>
    <p:titleStyle>
      <a:lvl1pPr algn="l" rtl="0" eaLnBrk="1" fontAlgn="base" hangingPunct="1">
        <a:spcBef>
          <a:spcPct val="0"/>
        </a:spcBef>
        <a:spcAft>
          <a:spcPct val="0"/>
        </a:spcAft>
        <a:defRPr sz="4100" b="1" kern="1200">
          <a:solidFill>
            <a:schemeClr val="tx2"/>
          </a:solidFill>
          <a:effectLst>
            <a:outerShdw blurRad="31750" dist="25400" dir="5400000" algn="tl" rotWithShape="0">
              <a:srgbClr val="000000">
                <a:alpha val="25000"/>
              </a:srgbClr>
            </a:outerShdw>
          </a:effectLst>
          <a:latin typeface="+mj-lt"/>
          <a:ea typeface="+mj-ea"/>
          <a:cs typeface="+mj-cs"/>
        </a:defRPr>
      </a:lvl1pPr>
      <a:lvl2pPr algn="l" rtl="0" eaLnBrk="1" fontAlgn="base" hangingPunct="1">
        <a:spcBef>
          <a:spcPct val="0"/>
        </a:spcBef>
        <a:spcAft>
          <a:spcPct val="0"/>
        </a:spcAft>
        <a:defRPr sz="4100" b="1">
          <a:solidFill>
            <a:schemeClr val="tx2"/>
          </a:solidFill>
          <a:latin typeface="Lucida Sans Unicode" charset="0"/>
        </a:defRPr>
      </a:lvl2pPr>
      <a:lvl3pPr algn="l" rtl="0" eaLnBrk="1" fontAlgn="base" hangingPunct="1">
        <a:spcBef>
          <a:spcPct val="0"/>
        </a:spcBef>
        <a:spcAft>
          <a:spcPct val="0"/>
        </a:spcAft>
        <a:defRPr sz="4100" b="1">
          <a:solidFill>
            <a:schemeClr val="tx2"/>
          </a:solidFill>
          <a:latin typeface="Lucida Sans Unicode" charset="0"/>
        </a:defRPr>
      </a:lvl3pPr>
      <a:lvl4pPr algn="l" rtl="0" eaLnBrk="1" fontAlgn="base" hangingPunct="1">
        <a:spcBef>
          <a:spcPct val="0"/>
        </a:spcBef>
        <a:spcAft>
          <a:spcPct val="0"/>
        </a:spcAft>
        <a:defRPr sz="4100" b="1">
          <a:solidFill>
            <a:schemeClr val="tx2"/>
          </a:solidFill>
          <a:latin typeface="Lucida Sans Unicode" charset="0"/>
        </a:defRPr>
      </a:lvl4pPr>
      <a:lvl5pPr algn="l" rtl="0" eaLnBrk="1" fontAlgn="base" hangingPunct="1">
        <a:spcBef>
          <a:spcPct val="0"/>
        </a:spcBef>
        <a:spcAft>
          <a:spcPct val="0"/>
        </a:spcAft>
        <a:defRPr sz="4100" b="1">
          <a:solidFill>
            <a:schemeClr val="tx2"/>
          </a:solidFill>
          <a:latin typeface="Lucida Sans Unicode" charset="0"/>
        </a:defRPr>
      </a:lvl5pPr>
      <a:lvl6pPr marL="457200" algn="l" rtl="0" eaLnBrk="1" fontAlgn="base" hangingPunct="1">
        <a:spcBef>
          <a:spcPct val="0"/>
        </a:spcBef>
        <a:spcAft>
          <a:spcPct val="0"/>
        </a:spcAft>
        <a:defRPr sz="4100" b="1">
          <a:solidFill>
            <a:schemeClr val="tx2"/>
          </a:solidFill>
          <a:latin typeface="Lucida Sans Unicode" charset="0"/>
        </a:defRPr>
      </a:lvl6pPr>
      <a:lvl7pPr marL="914400" algn="l" rtl="0" eaLnBrk="1" fontAlgn="base" hangingPunct="1">
        <a:spcBef>
          <a:spcPct val="0"/>
        </a:spcBef>
        <a:spcAft>
          <a:spcPct val="0"/>
        </a:spcAft>
        <a:defRPr sz="4100" b="1">
          <a:solidFill>
            <a:schemeClr val="tx2"/>
          </a:solidFill>
          <a:latin typeface="Lucida Sans Unicode" charset="0"/>
        </a:defRPr>
      </a:lvl7pPr>
      <a:lvl8pPr marL="1371600" algn="l" rtl="0" eaLnBrk="1" fontAlgn="base" hangingPunct="1">
        <a:spcBef>
          <a:spcPct val="0"/>
        </a:spcBef>
        <a:spcAft>
          <a:spcPct val="0"/>
        </a:spcAft>
        <a:defRPr sz="4100" b="1">
          <a:solidFill>
            <a:schemeClr val="tx2"/>
          </a:solidFill>
          <a:latin typeface="Lucida Sans Unicode" charset="0"/>
        </a:defRPr>
      </a:lvl8pPr>
      <a:lvl9pPr marL="1828800" algn="l" rtl="0" eaLnBrk="1" fontAlgn="base" hangingPunct="1">
        <a:spcBef>
          <a:spcPct val="0"/>
        </a:spcBef>
        <a:spcAft>
          <a:spcPct val="0"/>
        </a:spcAft>
        <a:defRPr sz="4100" b="1">
          <a:solidFill>
            <a:schemeClr val="tx2"/>
          </a:solidFill>
          <a:latin typeface="Lucida Sans Unicode" charset="0"/>
        </a:defRPr>
      </a:lvl9pPr>
      <a:extLst/>
    </p:titleStyle>
    <p:bodyStyle>
      <a:lvl1pPr marL="365125" indent="-255588" algn="l" rtl="0" eaLnBrk="1" fontAlgn="base" hangingPunct="1">
        <a:spcBef>
          <a:spcPts val="400"/>
        </a:spcBef>
        <a:spcAft>
          <a:spcPct val="0"/>
        </a:spcAft>
        <a:buClr>
          <a:schemeClr val="accent1"/>
        </a:buClr>
        <a:buSzPct val="68000"/>
        <a:buFont typeface="Wingdings 3" pitchFamily="18" charset="2"/>
        <a:buChar char=""/>
        <a:defRPr sz="2700" kern="1200">
          <a:solidFill>
            <a:schemeClr val="tx1"/>
          </a:solidFill>
          <a:latin typeface="+mn-lt"/>
          <a:ea typeface="+mn-ea"/>
          <a:cs typeface="+mn-cs"/>
        </a:defRPr>
      </a:lvl1pPr>
      <a:lvl2pPr marL="620713" indent="-228600" algn="l" rtl="0" eaLnBrk="1" fontAlgn="base" hangingPunct="1">
        <a:spcBef>
          <a:spcPts val="325"/>
        </a:spcBef>
        <a:spcAft>
          <a:spcPct val="0"/>
        </a:spcAft>
        <a:buClr>
          <a:schemeClr val="accent1"/>
        </a:buClr>
        <a:buFont typeface="Verdana" pitchFamily="34" charset="0"/>
        <a:buChar char="◦"/>
        <a:defRPr sz="2300" kern="1200">
          <a:solidFill>
            <a:schemeClr val="tx1"/>
          </a:solidFill>
          <a:latin typeface="+mn-lt"/>
          <a:ea typeface="+mn-ea"/>
          <a:cs typeface="+mn-cs"/>
        </a:defRPr>
      </a:lvl2pPr>
      <a:lvl3pPr marL="858838" indent="-228600" algn="l" rtl="0" eaLnBrk="1" fontAlgn="base" hangingPunct="1">
        <a:spcBef>
          <a:spcPts val="350"/>
        </a:spcBef>
        <a:spcAft>
          <a:spcPct val="0"/>
        </a:spcAft>
        <a:buClr>
          <a:schemeClr val="accent2"/>
        </a:buClr>
        <a:buSzPct val="100000"/>
        <a:buFont typeface="Wingdings 2" pitchFamily="18" charset="2"/>
        <a:buChar char=""/>
        <a:defRPr sz="2100" kern="1200">
          <a:solidFill>
            <a:schemeClr val="tx1"/>
          </a:solidFill>
          <a:latin typeface="+mn-lt"/>
          <a:ea typeface="+mn-ea"/>
          <a:cs typeface="+mn-cs"/>
        </a:defRPr>
      </a:lvl3pPr>
      <a:lvl4pPr marL="1143000" indent="-228600" algn="l" rtl="0" eaLnBrk="1" fontAlgn="base" hangingPunct="1">
        <a:spcBef>
          <a:spcPts val="350"/>
        </a:spcBef>
        <a:spcAft>
          <a:spcPct val="0"/>
        </a:spcAft>
        <a:buClr>
          <a:schemeClr val="accent2"/>
        </a:buClr>
        <a:buFont typeface="Wingdings 2" pitchFamily="18" charset="2"/>
        <a:buChar char=""/>
        <a:defRPr sz="1900" kern="1200">
          <a:solidFill>
            <a:schemeClr val="tx1"/>
          </a:solidFill>
          <a:latin typeface="+mn-lt"/>
          <a:ea typeface="+mn-ea"/>
          <a:cs typeface="+mn-cs"/>
        </a:defRPr>
      </a:lvl4pPr>
      <a:lvl5pPr marL="1371600" indent="-228600" algn="l" rtl="0" eaLnBrk="1" fontAlgn="base" hangingPunct="1">
        <a:spcBef>
          <a:spcPts val="350"/>
        </a:spcBef>
        <a:spcAft>
          <a:spcPct val="0"/>
        </a:spcAft>
        <a:buClr>
          <a:schemeClr val="accent2"/>
        </a:buClr>
        <a:buFont typeface="Wingdings 2" pitchFamily="18" charset="2"/>
        <a:buChar char=""/>
        <a:defRPr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jf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jfif"/><Relationship Id="rId2" Type="http://schemas.openxmlformats.org/officeDocument/2006/relationships/image" Target="../media/image4.jfi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71E1DF94-52DC-4136-B864-F77BB3C16E16}"/>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83706" y="142189"/>
            <a:ext cx="1469205" cy="1378793"/>
          </a:xfrm>
          <a:prstGeom prst="rect">
            <a:avLst/>
          </a:prstGeom>
          <a:noFill/>
          <a:effectLst>
            <a:softEdge rad="12700"/>
          </a:effectLst>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10CD91DF-5913-436D-8F0C-27AF5FF957DC}"/>
              </a:ext>
            </a:extLst>
          </p:cNvPr>
          <p:cNvSpPr>
            <a:spLocks noGrp="1"/>
          </p:cNvSpPr>
          <p:nvPr>
            <p:ph type="title"/>
          </p:nvPr>
        </p:nvSpPr>
        <p:spPr>
          <a:xfrm>
            <a:off x="1690296" y="115962"/>
            <a:ext cx="8126993" cy="1570898"/>
          </a:xfrm>
        </p:spPr>
        <p:txBody>
          <a:bodyPr>
            <a:normAutofit/>
          </a:bodyPr>
          <a:lstStyle/>
          <a:p>
            <a:pPr algn="ctr"/>
            <a:r>
              <a:rPr lang="en-US" dirty="0">
                <a:solidFill>
                  <a:schemeClr val="bg2">
                    <a:lumMod val="25000"/>
                  </a:schemeClr>
                </a:solidFill>
                <a:latin typeface="Times New Roman" panose="02020603050405020304" pitchFamily="18" charset="0"/>
                <a:cs typeface="Times New Roman" panose="02020603050405020304" pitchFamily="18" charset="0"/>
              </a:rPr>
              <a:t>  Sipna College of Engineering &amp; Technology, Amravati</a:t>
            </a:r>
          </a:p>
        </p:txBody>
      </p:sp>
      <p:sp>
        <p:nvSpPr>
          <p:cNvPr id="6" name="TextBox 5">
            <a:extLst>
              <a:ext uri="{FF2B5EF4-FFF2-40B4-BE49-F238E27FC236}">
                <a16:creationId xmlns:a16="http://schemas.microsoft.com/office/drawing/2014/main" id="{FFCD72DA-7F0C-46F3-8BEA-755013F69AB2}"/>
              </a:ext>
            </a:extLst>
          </p:cNvPr>
          <p:cNvSpPr txBox="1"/>
          <p:nvPr/>
        </p:nvSpPr>
        <p:spPr>
          <a:xfrm>
            <a:off x="1184516" y="1887619"/>
            <a:ext cx="9470572" cy="1231106"/>
          </a:xfrm>
          <a:prstGeom prst="rect">
            <a:avLst/>
          </a:prstGeom>
          <a:noFill/>
        </p:spPr>
        <p:txBody>
          <a:bodyPr wrap="square">
            <a:spAutoFit/>
            <a:scene3d>
              <a:camera prst="orthographicFront"/>
              <a:lightRig rig="harsh" dir="t"/>
            </a:scene3d>
            <a:sp3d extrusionH="57150" prstMaterial="matte">
              <a:bevelT w="63500" h="12700" prst="angle"/>
              <a:contourClr>
                <a:schemeClr val="bg1">
                  <a:lumMod val="65000"/>
                </a:schemeClr>
              </a:contourClr>
            </a:sp3d>
          </a:bodyPr>
          <a:lstStyle/>
          <a:p>
            <a:pPr algn="ctr" eaLnBrk="0" hangingPunct="0"/>
            <a:endParaRPr lang="en-US" b="1" dirty="0">
              <a:ln/>
              <a:solidFill>
                <a:schemeClr val="accent3"/>
              </a:solidFill>
              <a:latin typeface="Times New Roman" panose="02020603050405020304" pitchFamily="18" charset="0"/>
              <a:cs typeface="Times New Roman" panose="02020603050405020304" pitchFamily="18" charset="0"/>
            </a:endParaRPr>
          </a:p>
          <a:p>
            <a:pPr algn="ctr" eaLnBrk="0" hangingPunct="0"/>
            <a:r>
              <a:rPr lang="en-US" sz="4000" b="1" dirty="0">
                <a:ln/>
                <a:solidFill>
                  <a:schemeClr val="accent3"/>
                </a:solidFill>
                <a:latin typeface="Times New Roman" panose="02020603050405020304" pitchFamily="18" charset="0"/>
                <a:cs typeface="Times New Roman" panose="02020603050405020304" pitchFamily="18" charset="0"/>
              </a:rPr>
              <a:t>Abuse Related Posts Reporter </a:t>
            </a:r>
          </a:p>
          <a:p>
            <a:pPr algn="ctr" eaLnBrk="0" hangingPunct="0"/>
            <a:endParaRPr lang="en-US" sz="1600" b="1" dirty="0">
              <a:ln/>
              <a:solidFill>
                <a:schemeClr val="accent3"/>
              </a:solidFill>
              <a:latin typeface="Algerian" panose="04020705040A02060702" pitchFamily="82" charset="0"/>
              <a:cs typeface="Times New Roman" panose="02020603050405020304" pitchFamily="18" charset="0"/>
            </a:endParaRPr>
          </a:p>
        </p:txBody>
      </p:sp>
      <p:sp>
        <p:nvSpPr>
          <p:cNvPr id="8" name="TextBox 7">
            <a:extLst>
              <a:ext uri="{FF2B5EF4-FFF2-40B4-BE49-F238E27FC236}">
                <a16:creationId xmlns:a16="http://schemas.microsoft.com/office/drawing/2014/main" id="{61106E4F-5FD6-453F-B3D9-025F415B8B64}"/>
              </a:ext>
            </a:extLst>
          </p:cNvPr>
          <p:cNvSpPr txBox="1"/>
          <p:nvPr/>
        </p:nvSpPr>
        <p:spPr>
          <a:xfrm>
            <a:off x="636787" y="4203225"/>
            <a:ext cx="2813180" cy="861774"/>
          </a:xfrm>
          <a:prstGeom prst="rect">
            <a:avLst/>
          </a:prstGeom>
          <a:noFill/>
        </p:spPr>
        <p:txBody>
          <a:bodyPr wrap="square">
            <a:spAutoFit/>
          </a:bodyPr>
          <a:lstStyle/>
          <a:p>
            <a:pPr eaLnBrk="0" hangingPunct="0">
              <a:spcBef>
                <a:spcPct val="50000"/>
              </a:spcBef>
            </a:pPr>
            <a:r>
              <a:rPr lang="en-US" sz="2000" b="1" u="sng" dirty="0">
                <a:latin typeface="Times New Roman" pitchFamily="18" charset="0"/>
              </a:rPr>
              <a:t>Guided by :</a:t>
            </a:r>
          </a:p>
          <a:p>
            <a:pPr eaLnBrk="0" hangingPunct="0">
              <a:spcBef>
                <a:spcPct val="50000"/>
              </a:spcBef>
            </a:pPr>
            <a:r>
              <a:rPr lang="en-US" sz="2000" b="1" dirty="0">
                <a:latin typeface="Times New Roman" pitchFamily="18" charset="0"/>
              </a:rPr>
              <a:t>Dr.  P.  A.  </a:t>
            </a:r>
            <a:r>
              <a:rPr lang="en-US" sz="2000" b="1" dirty="0" err="1">
                <a:latin typeface="Times New Roman" pitchFamily="18" charset="0"/>
              </a:rPr>
              <a:t>Tijare</a:t>
            </a:r>
            <a:endParaRPr lang="en-US" sz="2000" b="1" dirty="0">
              <a:latin typeface="Times New Roman" pitchFamily="18" charset="0"/>
            </a:endParaRPr>
          </a:p>
        </p:txBody>
      </p:sp>
      <p:sp>
        <p:nvSpPr>
          <p:cNvPr id="3" name="TextBox 2"/>
          <p:cNvSpPr txBox="1"/>
          <p:nvPr/>
        </p:nvSpPr>
        <p:spPr>
          <a:xfrm>
            <a:off x="9249623" y="4203225"/>
            <a:ext cx="3911097" cy="2369880"/>
          </a:xfrm>
          <a:prstGeom prst="rect">
            <a:avLst/>
          </a:prstGeom>
          <a:noFill/>
        </p:spPr>
        <p:txBody>
          <a:bodyPr wrap="square" rtlCol="0">
            <a:spAutoFit/>
          </a:bodyPr>
          <a:lstStyle/>
          <a:p>
            <a:r>
              <a:rPr lang="en-US" sz="2000" b="1" u="sng" dirty="0">
                <a:latin typeface="Times New Roman" pitchFamily="18" charset="0"/>
              </a:rPr>
              <a:t>Presented by:</a:t>
            </a:r>
          </a:p>
          <a:p>
            <a:pPr eaLnBrk="0" hangingPunct="0">
              <a:spcBef>
                <a:spcPct val="50000"/>
              </a:spcBef>
            </a:pPr>
            <a:r>
              <a:rPr lang="en-US" sz="2000" b="1" dirty="0" err="1">
                <a:latin typeface="Times New Roman" pitchFamily="18" charset="0"/>
              </a:rPr>
              <a:t>Dishil</a:t>
            </a:r>
            <a:r>
              <a:rPr lang="en-US" sz="2000" b="1" dirty="0">
                <a:latin typeface="Times New Roman" pitchFamily="18" charset="0"/>
              </a:rPr>
              <a:t> </a:t>
            </a:r>
            <a:r>
              <a:rPr lang="en-US" sz="2000" b="1" dirty="0" err="1">
                <a:latin typeface="Times New Roman" pitchFamily="18" charset="0"/>
              </a:rPr>
              <a:t>Purswani</a:t>
            </a:r>
            <a:endParaRPr lang="en-US" sz="2000" b="1" dirty="0">
              <a:latin typeface="Times New Roman" pitchFamily="18" charset="0"/>
            </a:endParaRPr>
          </a:p>
          <a:p>
            <a:r>
              <a:rPr lang="en-US" sz="2000" b="1" dirty="0" err="1">
                <a:latin typeface="Times New Roman" pitchFamily="18" charset="0"/>
              </a:rPr>
              <a:t>Swapnil</a:t>
            </a:r>
            <a:r>
              <a:rPr lang="en-US" sz="2000" b="1" dirty="0">
                <a:latin typeface="Times New Roman" pitchFamily="18" charset="0"/>
              </a:rPr>
              <a:t> </a:t>
            </a:r>
            <a:r>
              <a:rPr lang="en-US" sz="2000" b="1" dirty="0" err="1">
                <a:latin typeface="Times New Roman" pitchFamily="18" charset="0"/>
              </a:rPr>
              <a:t>Chavhan</a:t>
            </a:r>
            <a:endParaRPr lang="en-US" sz="2000" b="1" dirty="0">
              <a:latin typeface="Times New Roman" pitchFamily="18" charset="0"/>
            </a:endParaRPr>
          </a:p>
          <a:p>
            <a:r>
              <a:rPr lang="en-US" sz="2000" b="1" dirty="0">
                <a:latin typeface="Times New Roman" pitchFamily="18" charset="0"/>
              </a:rPr>
              <a:t>Vijay </a:t>
            </a:r>
            <a:r>
              <a:rPr lang="en-US" sz="2000" b="1" dirty="0" err="1">
                <a:latin typeface="Times New Roman" pitchFamily="18" charset="0"/>
              </a:rPr>
              <a:t>Jangid</a:t>
            </a:r>
            <a:endParaRPr lang="en-US" sz="2000" b="1" dirty="0">
              <a:latin typeface="Times New Roman" pitchFamily="18" charset="0"/>
            </a:endParaRPr>
          </a:p>
          <a:p>
            <a:r>
              <a:rPr lang="en-US" sz="2000" b="1" dirty="0" err="1">
                <a:latin typeface="Times New Roman" pitchFamily="18" charset="0"/>
              </a:rPr>
              <a:t>Shubham</a:t>
            </a:r>
            <a:r>
              <a:rPr lang="en-US" sz="2000" b="1" dirty="0">
                <a:latin typeface="Times New Roman" pitchFamily="18" charset="0"/>
              </a:rPr>
              <a:t> Agrawal</a:t>
            </a:r>
          </a:p>
          <a:p>
            <a:r>
              <a:rPr lang="en-US" sz="2000" b="1" dirty="0" err="1">
                <a:latin typeface="Times New Roman" pitchFamily="18" charset="0"/>
              </a:rPr>
              <a:t>Tanishk</a:t>
            </a:r>
            <a:r>
              <a:rPr lang="en-US" sz="2000" b="1" dirty="0">
                <a:latin typeface="Times New Roman" pitchFamily="18" charset="0"/>
              </a:rPr>
              <a:t> </a:t>
            </a:r>
            <a:r>
              <a:rPr lang="en-US" sz="2000" b="1" dirty="0" err="1">
                <a:latin typeface="Times New Roman" pitchFamily="18" charset="0"/>
              </a:rPr>
              <a:t>Rathi</a:t>
            </a:r>
            <a:endParaRPr lang="en-US" sz="2000" b="1" dirty="0">
              <a:latin typeface="Times New Roman" pitchFamily="18" charset="0"/>
            </a:endParaRPr>
          </a:p>
          <a:p>
            <a:endParaRPr lang="en-US" dirty="0"/>
          </a:p>
        </p:txBody>
      </p:sp>
      <p:sp>
        <p:nvSpPr>
          <p:cNvPr id="5" name="Slide Number Placeholder 4"/>
          <p:cNvSpPr>
            <a:spLocks noGrp="1"/>
          </p:cNvSpPr>
          <p:nvPr>
            <p:ph type="sldNum" sz="quarter" idx="12"/>
          </p:nvPr>
        </p:nvSpPr>
        <p:spPr/>
        <p:txBody>
          <a:bodyPr/>
          <a:lstStyle/>
          <a:p>
            <a:fld id="{614F85D0-BF04-4AE2-BD29-5B88EBBDA047}" type="slidenum">
              <a:rPr lang="en-US" smtClean="0"/>
              <a:t>1</a:t>
            </a:fld>
            <a:endParaRPr lang="en-US"/>
          </a:p>
        </p:txBody>
      </p:sp>
      <p:pic>
        <p:nvPicPr>
          <p:cNvPr id="4" name="Picture 3"/>
          <p:cNvPicPr>
            <a:picLocks noChangeAspect="1"/>
          </p:cNvPicPr>
          <p:nvPr/>
        </p:nvPicPr>
        <p:blipFill rotWithShape="1">
          <a:blip r:embed="rId4">
            <a:extLst>
              <a:ext uri="{28A0092B-C50C-407E-A947-70E740481C1C}">
                <a14:useLocalDpi xmlns:a14="http://schemas.microsoft.com/office/drawing/2010/main" val="0"/>
              </a:ext>
            </a:extLst>
          </a:blip>
          <a:srcRect l="11378" t="19919" r="13879" b="9206"/>
          <a:stretch/>
        </p:blipFill>
        <p:spPr>
          <a:xfrm>
            <a:off x="10013133" y="44966"/>
            <a:ext cx="2127564" cy="1442212"/>
          </a:xfrm>
          <a:prstGeom prst="rect">
            <a:avLst/>
          </a:prstGeom>
        </p:spPr>
      </p:pic>
    </p:spTree>
    <p:extLst>
      <p:ext uri="{BB962C8B-B14F-4D97-AF65-F5344CB8AC3E}">
        <p14:creationId xmlns:p14="http://schemas.microsoft.com/office/powerpoint/2010/main" val="1502525359"/>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9600" y="1200485"/>
            <a:ext cx="10972800" cy="4525962"/>
          </a:xfrm>
        </p:spPr>
        <p:txBody>
          <a:bodyPr/>
          <a:lstStyle/>
          <a:p>
            <a:r>
              <a:rPr lang="en-US" sz="2500" dirty="0">
                <a:latin typeface="Times New Roman" panose="02020603050405020304" pitchFamily="18" charset="0"/>
                <a:cs typeface="Times New Roman" panose="02020603050405020304" pitchFamily="18" charset="0"/>
              </a:rPr>
              <a:t>Introduction</a:t>
            </a:r>
          </a:p>
          <a:p>
            <a:r>
              <a:rPr lang="en-US" sz="2500" dirty="0">
                <a:latin typeface="Times New Roman" panose="02020603050405020304" pitchFamily="18" charset="0"/>
                <a:cs typeface="Times New Roman" panose="02020603050405020304" pitchFamily="18" charset="0"/>
              </a:rPr>
              <a:t>Analysis of Problem</a:t>
            </a:r>
          </a:p>
          <a:p>
            <a:r>
              <a:rPr lang="en-US" sz="2500" dirty="0">
                <a:latin typeface="Times New Roman" panose="02020603050405020304" pitchFamily="18" charset="0"/>
                <a:cs typeface="Times New Roman" panose="02020603050405020304" pitchFamily="18" charset="0"/>
              </a:rPr>
              <a:t>Overview</a:t>
            </a:r>
          </a:p>
          <a:p>
            <a:r>
              <a:rPr lang="en-US" sz="2500" dirty="0">
                <a:latin typeface="Times New Roman" panose="02020603050405020304" pitchFamily="18" charset="0"/>
                <a:cs typeface="Times New Roman" panose="02020603050405020304" pitchFamily="18" charset="0"/>
              </a:rPr>
              <a:t>Technology Used</a:t>
            </a:r>
          </a:p>
          <a:p>
            <a:r>
              <a:rPr lang="en-US" sz="2500" dirty="0">
                <a:latin typeface="Times New Roman" panose="02020603050405020304" pitchFamily="18" charset="0"/>
                <a:cs typeface="Times New Roman" panose="02020603050405020304" pitchFamily="18" charset="0"/>
              </a:rPr>
              <a:t>Implementation</a:t>
            </a:r>
          </a:p>
          <a:p>
            <a:r>
              <a:rPr lang="en-US" sz="2500" dirty="0">
                <a:latin typeface="Times New Roman" panose="02020603050405020304" pitchFamily="18" charset="0"/>
                <a:cs typeface="Times New Roman" panose="02020603050405020304" pitchFamily="18" charset="0"/>
              </a:rPr>
              <a:t>Result</a:t>
            </a:r>
          </a:p>
          <a:p>
            <a:r>
              <a:rPr lang="en-US" sz="2500" dirty="0">
                <a:latin typeface="Times New Roman" panose="02020603050405020304" pitchFamily="18" charset="0"/>
                <a:cs typeface="Times New Roman" panose="02020603050405020304" pitchFamily="18" charset="0"/>
              </a:rPr>
              <a:t>Advantages and Limitations</a:t>
            </a:r>
          </a:p>
          <a:p>
            <a:r>
              <a:rPr lang="en-US" sz="2500" dirty="0">
                <a:latin typeface="Times New Roman" panose="02020603050405020304" pitchFamily="18" charset="0"/>
                <a:cs typeface="Times New Roman" panose="02020603050405020304" pitchFamily="18" charset="0"/>
              </a:rPr>
              <a:t>Conclusion</a:t>
            </a:r>
          </a:p>
          <a:p>
            <a:r>
              <a:rPr lang="en-US" sz="2500" dirty="0">
                <a:latin typeface="Times New Roman" panose="02020603050405020304" pitchFamily="18" charset="0"/>
                <a:cs typeface="Times New Roman" panose="02020603050405020304" pitchFamily="18" charset="0"/>
              </a:rPr>
              <a:t>Future Scope</a:t>
            </a:r>
          </a:p>
          <a:p>
            <a:r>
              <a:rPr lang="en-US" sz="2500" dirty="0">
                <a:latin typeface="Times New Roman" panose="02020603050405020304" pitchFamily="18" charset="0"/>
                <a:cs typeface="Times New Roman" panose="02020603050405020304" pitchFamily="18" charset="0"/>
              </a:rPr>
              <a:t>Reference</a:t>
            </a:r>
          </a:p>
          <a:p>
            <a:r>
              <a:rPr lang="en-US" sz="2500" dirty="0">
                <a:latin typeface="Times New Roman" panose="02020603050405020304" pitchFamily="18" charset="0"/>
                <a:cs typeface="Times New Roman" panose="02020603050405020304" pitchFamily="18" charset="0"/>
              </a:rPr>
              <a:t>Publication</a:t>
            </a:r>
          </a:p>
        </p:txBody>
      </p:sp>
      <p:sp>
        <p:nvSpPr>
          <p:cNvPr id="3" name="Title 2"/>
          <p:cNvSpPr>
            <a:spLocks noGrp="1"/>
          </p:cNvSpPr>
          <p:nvPr>
            <p:ph type="title"/>
          </p:nvPr>
        </p:nvSpPr>
        <p:spPr/>
        <p:txBody>
          <a:bodyPr/>
          <a:lstStyle/>
          <a:p>
            <a:pPr algn="ctr"/>
            <a:r>
              <a:rPr lang="en-US" dirty="0"/>
              <a:t>Contents</a:t>
            </a:r>
          </a:p>
        </p:txBody>
      </p:sp>
      <p:sp>
        <p:nvSpPr>
          <p:cNvPr id="4" name="Slide Number Placeholder 3"/>
          <p:cNvSpPr>
            <a:spLocks noGrp="1"/>
          </p:cNvSpPr>
          <p:nvPr>
            <p:ph type="sldNum" sz="quarter" idx="12"/>
          </p:nvPr>
        </p:nvSpPr>
        <p:spPr/>
        <p:txBody>
          <a:bodyPr/>
          <a:lstStyle/>
          <a:p>
            <a:fld id="{614F85D0-BF04-4AE2-BD29-5B88EBBDA047}" type="slidenum">
              <a:rPr lang="en-US" smtClean="0"/>
              <a:t>2</a:t>
            </a:fld>
            <a:endParaRPr lang="en-US"/>
          </a:p>
        </p:txBody>
      </p:sp>
    </p:spTree>
    <p:extLst>
      <p:ext uri="{BB962C8B-B14F-4D97-AF65-F5344CB8AC3E}">
        <p14:creationId xmlns:p14="http://schemas.microsoft.com/office/powerpoint/2010/main" val="10923043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What if you want to see the data of a hundred more pages at a time? Moreover, when you have to extract the data of hundreds (sometimes, thousands) of webpages, this task can seem strenuous. This is where web scraping comes in.</a:t>
            </a:r>
          </a:p>
          <a:p>
            <a:pPr marL="109537" indent="0" algn="just">
              <a:buNone/>
            </a:pPr>
            <a:endParaRPr lang="en-US" sz="20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In our website, we have made use of this technology to solve a important social issue. Many cases of abuse have been increased with the use of Internet. Our website allows the authorized communities to search for such abuse related posts from different websites, while staying on a single webpage.</a:t>
            </a:r>
          </a:p>
          <a:p>
            <a:pPr marL="109537" indent="0" algn="just">
              <a:buNone/>
            </a:pPr>
            <a:endParaRPr lang="en-US" sz="20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user will just have to enter the keyword, for e.g. – women abuse, and he will get the posts from several number of websites on a single webpage. This will help the authorities to save time in searching for such crimes and give more time to solve these issues.</a:t>
            </a:r>
          </a:p>
        </p:txBody>
      </p:sp>
      <p:sp>
        <p:nvSpPr>
          <p:cNvPr id="3" name="Title 2"/>
          <p:cNvSpPr>
            <a:spLocks noGrp="1"/>
          </p:cNvSpPr>
          <p:nvPr>
            <p:ph type="title"/>
          </p:nvPr>
        </p:nvSpPr>
        <p:spPr/>
        <p:txBody>
          <a:bodyPr/>
          <a:lstStyle/>
          <a:p>
            <a:pPr algn="ctr"/>
            <a:r>
              <a:rPr lang="en-US" dirty="0">
                <a:solidFill>
                  <a:schemeClr val="tx1"/>
                </a:solidFill>
              </a:rPr>
              <a:t>Introduction</a:t>
            </a:r>
          </a:p>
        </p:txBody>
      </p:sp>
      <p:sp>
        <p:nvSpPr>
          <p:cNvPr id="4" name="Slide Number Placeholder 3"/>
          <p:cNvSpPr>
            <a:spLocks noGrp="1"/>
          </p:cNvSpPr>
          <p:nvPr>
            <p:ph type="sldNum" sz="quarter" idx="12"/>
          </p:nvPr>
        </p:nvSpPr>
        <p:spPr/>
        <p:txBody>
          <a:bodyPr/>
          <a:lstStyle/>
          <a:p>
            <a:fld id="{614F85D0-BF04-4AE2-BD29-5B88EBBDA047}" type="slidenum">
              <a:rPr lang="en-US" smtClean="0"/>
              <a:t>3</a:t>
            </a:fld>
            <a:endParaRPr lang="en-US"/>
          </a:p>
        </p:txBody>
      </p:sp>
    </p:spTree>
    <p:extLst>
      <p:ext uri="{BB962C8B-B14F-4D97-AF65-F5344CB8AC3E}">
        <p14:creationId xmlns:p14="http://schemas.microsoft.com/office/powerpoint/2010/main" val="2576162481"/>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sz="2000" b="1" dirty="0">
                <a:latin typeface="Times New Roman" panose="02020603050405020304" pitchFamily="18" charset="0"/>
                <a:cs typeface="Times New Roman" panose="02020603050405020304" pitchFamily="18" charset="0"/>
              </a:rPr>
              <a:t>Existing Problem :-</a:t>
            </a:r>
          </a:p>
          <a:p>
            <a:pPr marL="109537" indent="0" algn="just">
              <a:buNone/>
            </a:pPr>
            <a:r>
              <a:rPr lang="en-US" sz="2000" dirty="0">
                <a:latin typeface="Times New Roman" panose="02020603050405020304" pitchFamily="18" charset="0"/>
                <a:cs typeface="Times New Roman" panose="02020603050405020304" pitchFamily="18" charset="0"/>
              </a:rPr>
              <a:t>    India has a wide range of laws to protect children and women and their protection is increasingly accepted as a core component of social development. For e.g.- In 2019, the Protection of Children from Sexual Offences Bill was amended, stipulating stricter punishment for sexual crimes against children. Even after taking so many steps, many people are afraid of reporting and complaining to the concerned authorities. No action can be taken until a abuse is reported.</a:t>
            </a:r>
          </a:p>
          <a:p>
            <a:pPr marL="109537" indent="0">
              <a:buNone/>
            </a:pPr>
            <a:endParaRPr lang="en-US" sz="2000" b="1" dirty="0">
              <a:latin typeface="Times New Roman" panose="02020603050405020304" pitchFamily="18" charset="0"/>
              <a:cs typeface="Times New Roman" panose="02020603050405020304" pitchFamily="18" charset="0"/>
            </a:endParaRPr>
          </a:p>
        </p:txBody>
      </p:sp>
      <p:sp>
        <p:nvSpPr>
          <p:cNvPr id="3" name="Title 2"/>
          <p:cNvSpPr>
            <a:spLocks noGrp="1"/>
          </p:cNvSpPr>
          <p:nvPr>
            <p:ph type="title"/>
          </p:nvPr>
        </p:nvSpPr>
        <p:spPr/>
        <p:txBody>
          <a:bodyPr/>
          <a:lstStyle/>
          <a:p>
            <a:pPr algn="ctr"/>
            <a:r>
              <a:rPr lang="en-US" dirty="0"/>
              <a:t>Analysis of Problem</a:t>
            </a:r>
          </a:p>
        </p:txBody>
      </p:sp>
      <p:sp>
        <p:nvSpPr>
          <p:cNvPr id="4" name="Slide Number Placeholder 3"/>
          <p:cNvSpPr>
            <a:spLocks noGrp="1"/>
          </p:cNvSpPr>
          <p:nvPr>
            <p:ph type="sldNum" sz="quarter" idx="12"/>
          </p:nvPr>
        </p:nvSpPr>
        <p:spPr/>
        <p:txBody>
          <a:bodyPr/>
          <a:lstStyle/>
          <a:p>
            <a:fld id="{614F85D0-BF04-4AE2-BD29-5B88EBBDA047}" type="slidenum">
              <a:rPr lang="en-US" smtClean="0"/>
              <a:t>4</a:t>
            </a:fld>
            <a:endParaRPr lang="en-US"/>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75421" y="3986638"/>
            <a:ext cx="4550876" cy="2557014"/>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77550" y="4014081"/>
            <a:ext cx="3544243" cy="1984776"/>
          </a:xfrm>
          <a:prstGeom prst="rect">
            <a:avLst/>
          </a:prstGeom>
        </p:spPr>
      </p:pic>
    </p:spTree>
    <p:extLst>
      <p:ext uri="{BB962C8B-B14F-4D97-AF65-F5344CB8AC3E}">
        <p14:creationId xmlns:p14="http://schemas.microsoft.com/office/powerpoint/2010/main" val="351223152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Proposed Solution :-</a:t>
            </a:r>
          </a:p>
          <a:p>
            <a:pPr marL="109537" indent="0" algn="just">
              <a:buNone/>
            </a:pPr>
            <a:r>
              <a:rPr lang="en-US" sz="2000" dirty="0">
                <a:latin typeface="Times New Roman" panose="02020603050405020304" pitchFamily="18" charset="0"/>
                <a:cs typeface="Times New Roman" panose="02020603050405020304" pitchFamily="18" charset="0"/>
              </a:rPr>
              <a:t>    In all such cases, to help the victims, many socially active people take a initiative by reporting these things on popular social platforms with the use of hashtags. The solution proposed here uses these social platforms to get abuse related posts. </a:t>
            </a:r>
            <a:endParaRPr lang="en-US" sz="2000" b="1" dirty="0">
              <a:latin typeface="Times New Roman" panose="02020603050405020304" pitchFamily="18" charset="0"/>
              <a:cs typeface="Times New Roman" panose="02020603050405020304" pitchFamily="18" charset="0"/>
            </a:endParaRPr>
          </a:p>
        </p:txBody>
      </p:sp>
      <p:sp>
        <p:nvSpPr>
          <p:cNvPr id="3" name="Title 2"/>
          <p:cNvSpPr>
            <a:spLocks noGrp="1"/>
          </p:cNvSpPr>
          <p:nvPr>
            <p:ph type="title"/>
          </p:nvPr>
        </p:nvSpPr>
        <p:spPr/>
        <p:txBody>
          <a:bodyPr/>
          <a:lstStyle/>
          <a:p>
            <a:pPr algn="ctr"/>
            <a:r>
              <a:rPr lang="en-US" dirty="0"/>
              <a:t>Analysis of Problem</a:t>
            </a:r>
          </a:p>
        </p:txBody>
      </p:sp>
      <p:sp>
        <p:nvSpPr>
          <p:cNvPr id="4" name="Slide Number Placeholder 3"/>
          <p:cNvSpPr>
            <a:spLocks noGrp="1"/>
          </p:cNvSpPr>
          <p:nvPr>
            <p:ph type="sldNum" sz="quarter" idx="12"/>
          </p:nvPr>
        </p:nvSpPr>
        <p:spPr/>
        <p:txBody>
          <a:bodyPr/>
          <a:lstStyle/>
          <a:p>
            <a:fld id="{614F85D0-BF04-4AE2-BD29-5B88EBBDA047}" type="slidenum">
              <a:rPr lang="en-US" smtClean="0"/>
              <a:t>5</a:t>
            </a:fld>
            <a:endParaRPr lang="en-US"/>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55953" y="2971251"/>
            <a:ext cx="7378574" cy="3437488"/>
          </a:xfrm>
          <a:prstGeom prst="rect">
            <a:avLst/>
          </a:prstGeom>
        </p:spPr>
      </p:pic>
    </p:spTree>
    <p:extLst>
      <p:ext uri="{BB962C8B-B14F-4D97-AF65-F5344CB8AC3E}">
        <p14:creationId xmlns:p14="http://schemas.microsoft.com/office/powerpoint/2010/main" val="2576216749"/>
      </p:ext>
    </p:extLst>
  </p:cSld>
  <p:clrMapOvr>
    <a:masterClrMapping/>
  </p:clrMapOvr>
  <p:transition spd="med">
    <p:pull/>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ctr"/>
            <a:r>
              <a:rPr lang="en-US" dirty="0">
                <a:solidFill>
                  <a:schemeClr val="tx1"/>
                </a:solidFill>
              </a:rPr>
              <a:t>Overview</a:t>
            </a:r>
          </a:p>
        </p:txBody>
      </p:sp>
      <p:sp>
        <p:nvSpPr>
          <p:cNvPr id="4" name="Slide Number Placeholder 3"/>
          <p:cNvSpPr>
            <a:spLocks noGrp="1"/>
          </p:cNvSpPr>
          <p:nvPr>
            <p:ph type="sldNum" sz="quarter" idx="12"/>
          </p:nvPr>
        </p:nvSpPr>
        <p:spPr/>
        <p:txBody>
          <a:bodyPr/>
          <a:lstStyle/>
          <a:p>
            <a:fld id="{614F85D0-BF04-4AE2-BD29-5B88EBBDA047}" type="slidenum">
              <a:rPr lang="en-US" smtClean="0"/>
              <a:t>6</a:t>
            </a:fld>
            <a:endParaRPr lang="en-US"/>
          </a:p>
        </p:txBody>
      </p:sp>
      <p:pic>
        <p:nvPicPr>
          <p:cNvPr id="5" name="Content Placeholder 4"/>
          <p:cNvPicPr>
            <a:picLocks noGrp="1"/>
          </p:cNvPicPr>
          <p:nvPr>
            <p:ph idx="1"/>
          </p:nvPr>
        </p:nvPicPr>
        <p:blipFill>
          <a:blip r:embed="rId2"/>
          <a:srcRect/>
          <a:stretch>
            <a:fillRect/>
          </a:stretch>
        </p:blipFill>
        <p:spPr bwMode="auto">
          <a:xfrm>
            <a:off x="1186002" y="1710247"/>
            <a:ext cx="9587620" cy="3794268"/>
          </a:xfrm>
          <a:prstGeom prst="rect">
            <a:avLst/>
          </a:prstGeom>
          <a:noFill/>
          <a:ln w="9525">
            <a:noFill/>
            <a:miter lim="800000"/>
            <a:headEnd/>
            <a:tailEnd/>
          </a:ln>
        </p:spPr>
      </p:pic>
      <p:sp>
        <p:nvSpPr>
          <p:cNvPr id="6" name="Content Placeholder 1"/>
          <p:cNvSpPr txBox="1">
            <a:spLocks/>
          </p:cNvSpPr>
          <p:nvPr/>
        </p:nvSpPr>
        <p:spPr bwMode="auto">
          <a:xfrm>
            <a:off x="642796" y="5758006"/>
            <a:ext cx="10939604" cy="47543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65125" indent="-255588" algn="l" rtl="0" eaLnBrk="1" fontAlgn="base" hangingPunct="1">
              <a:spcBef>
                <a:spcPts val="400"/>
              </a:spcBef>
              <a:spcAft>
                <a:spcPct val="0"/>
              </a:spcAft>
              <a:buClr>
                <a:schemeClr val="accent1"/>
              </a:buClr>
              <a:buSzPct val="68000"/>
              <a:buFont typeface="Wingdings 3" pitchFamily="18" charset="2"/>
              <a:buChar char=""/>
              <a:defRPr sz="2700" kern="1200">
                <a:solidFill>
                  <a:schemeClr val="tx1"/>
                </a:solidFill>
                <a:latin typeface="+mn-lt"/>
                <a:ea typeface="+mn-ea"/>
                <a:cs typeface="+mn-cs"/>
              </a:defRPr>
            </a:lvl1pPr>
            <a:lvl2pPr marL="620713" indent="-228600" algn="l" rtl="0" eaLnBrk="1" fontAlgn="base" hangingPunct="1">
              <a:spcBef>
                <a:spcPts val="325"/>
              </a:spcBef>
              <a:spcAft>
                <a:spcPct val="0"/>
              </a:spcAft>
              <a:buClr>
                <a:schemeClr val="accent1"/>
              </a:buClr>
              <a:buFont typeface="Verdana" pitchFamily="34" charset="0"/>
              <a:buChar char="◦"/>
              <a:defRPr sz="2300" kern="1200">
                <a:solidFill>
                  <a:schemeClr val="tx1"/>
                </a:solidFill>
                <a:latin typeface="+mn-lt"/>
                <a:ea typeface="+mn-ea"/>
                <a:cs typeface="+mn-cs"/>
              </a:defRPr>
            </a:lvl2pPr>
            <a:lvl3pPr marL="858838" indent="-228600" algn="l" rtl="0" eaLnBrk="1" fontAlgn="base" hangingPunct="1">
              <a:spcBef>
                <a:spcPts val="350"/>
              </a:spcBef>
              <a:spcAft>
                <a:spcPct val="0"/>
              </a:spcAft>
              <a:buClr>
                <a:schemeClr val="accent2"/>
              </a:buClr>
              <a:buSzPct val="100000"/>
              <a:buFont typeface="Wingdings 2" pitchFamily="18" charset="2"/>
              <a:buChar char=""/>
              <a:defRPr sz="2100" kern="1200">
                <a:solidFill>
                  <a:schemeClr val="tx1"/>
                </a:solidFill>
                <a:latin typeface="+mn-lt"/>
                <a:ea typeface="+mn-ea"/>
                <a:cs typeface="+mn-cs"/>
              </a:defRPr>
            </a:lvl3pPr>
            <a:lvl4pPr marL="1143000" indent="-228600" algn="l" rtl="0" eaLnBrk="1" fontAlgn="base" hangingPunct="1">
              <a:spcBef>
                <a:spcPts val="350"/>
              </a:spcBef>
              <a:spcAft>
                <a:spcPct val="0"/>
              </a:spcAft>
              <a:buClr>
                <a:schemeClr val="accent2"/>
              </a:buClr>
              <a:buFont typeface="Wingdings 2" pitchFamily="18" charset="2"/>
              <a:buChar char=""/>
              <a:defRPr sz="1900" kern="1200">
                <a:solidFill>
                  <a:schemeClr val="tx1"/>
                </a:solidFill>
                <a:latin typeface="+mn-lt"/>
                <a:ea typeface="+mn-ea"/>
                <a:cs typeface="+mn-cs"/>
              </a:defRPr>
            </a:lvl4pPr>
            <a:lvl5pPr marL="1371600" indent="-228600" algn="l" rtl="0" eaLnBrk="1" fontAlgn="base" hangingPunct="1">
              <a:spcBef>
                <a:spcPts val="350"/>
              </a:spcBef>
              <a:spcAft>
                <a:spcPct val="0"/>
              </a:spcAft>
              <a:buClr>
                <a:schemeClr val="accent2"/>
              </a:buClr>
              <a:buFont typeface="Wingdings 2" pitchFamily="18" charset="2"/>
              <a:buChar char=""/>
              <a:defRPr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marL="109537" indent="0" algn="ctr">
              <a:buFont typeface="Wingdings 3" pitchFamily="18" charset="2"/>
              <a:buNone/>
            </a:pPr>
            <a:r>
              <a:rPr lang="en-US" sz="1800" dirty="0"/>
              <a:t>Data Flow Diagram of</a:t>
            </a:r>
          </a:p>
          <a:p>
            <a:pPr marL="109537" indent="0" algn="ctr">
              <a:buFont typeface="Wingdings 3" pitchFamily="18" charset="2"/>
              <a:buNone/>
            </a:pPr>
            <a:r>
              <a:rPr lang="en-US" sz="1800" dirty="0"/>
              <a:t>Abuse Related Posts Reporter </a:t>
            </a:r>
          </a:p>
        </p:txBody>
      </p:sp>
    </p:spTree>
    <p:extLst>
      <p:ext uri="{BB962C8B-B14F-4D97-AF65-F5344CB8AC3E}">
        <p14:creationId xmlns:p14="http://schemas.microsoft.com/office/powerpoint/2010/main" val="3960887208"/>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9600" y="1281836"/>
            <a:ext cx="10972800" cy="4525962"/>
          </a:xfrm>
        </p:spPr>
        <p:txBody>
          <a:bodyPr/>
          <a:lstStyle/>
          <a:p>
            <a:pPr>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Python :-</a:t>
            </a:r>
          </a:p>
          <a:p>
            <a:pPr marL="109537" indent="0">
              <a:buNone/>
            </a:pPr>
            <a:r>
              <a:rPr lang="en-US" sz="2000" dirty="0">
                <a:latin typeface="Times New Roman" panose="02020603050405020304" pitchFamily="18" charset="0"/>
                <a:cs typeface="Times New Roman" panose="02020603050405020304" pitchFamily="18" charset="0"/>
              </a:rPr>
              <a:t>    Python is a programming language that has a huge collection of libraries such as </a:t>
            </a:r>
            <a:r>
              <a:rPr lang="en-US" sz="2000" dirty="0" err="1">
                <a:latin typeface="Times New Roman" panose="02020603050405020304" pitchFamily="18" charset="0"/>
                <a:cs typeface="Times New Roman" panose="02020603050405020304" pitchFamily="18" charset="0"/>
              </a:rPr>
              <a:t>Numpy</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Matlplotlib</a:t>
            </a:r>
            <a:r>
              <a:rPr lang="en-US" sz="2000" dirty="0">
                <a:latin typeface="Times New Roman" panose="02020603050405020304" pitchFamily="18" charset="0"/>
                <a:cs typeface="Times New Roman" panose="02020603050405020304" pitchFamily="18" charset="0"/>
              </a:rPr>
              <a:t>,                                         </a:t>
            </a:r>
          </a:p>
          <a:p>
            <a:pPr marL="109537" indent="0">
              <a:buNone/>
            </a:pPr>
            <a:r>
              <a:rPr lang="en-US" sz="2000" dirty="0">
                <a:latin typeface="Times New Roman" panose="02020603050405020304" pitchFamily="18" charset="0"/>
                <a:cs typeface="Times New Roman" panose="02020603050405020304" pitchFamily="18" charset="0"/>
              </a:rPr>
              <a:t>    Pandas, etc., which provides methods and services for various purposes.</a:t>
            </a:r>
          </a:p>
          <a:p>
            <a:pPr marL="109537" indent="0">
              <a:buNone/>
            </a:pPr>
            <a:endParaRPr lang="en-US" sz="20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DJango :- </a:t>
            </a:r>
          </a:p>
          <a:p>
            <a:pPr marL="109537" indent="0">
              <a:buNone/>
            </a:pPr>
            <a:r>
              <a:rPr lang="en-US" sz="2000" dirty="0">
                <a:latin typeface="Times New Roman" panose="02020603050405020304" pitchFamily="18" charset="0"/>
                <a:cs typeface="Times New Roman" panose="02020603050405020304" pitchFamily="18" charset="0"/>
              </a:rPr>
              <a:t>    DJango is a free and open-source web application framework, written in Python. It helps to develop </a:t>
            </a:r>
          </a:p>
          <a:p>
            <a:pPr marL="109537" indent="0">
              <a:buNone/>
            </a:pPr>
            <a:r>
              <a:rPr lang="en-US" sz="2000" dirty="0">
                <a:latin typeface="Times New Roman" panose="02020603050405020304" pitchFamily="18" charset="0"/>
                <a:cs typeface="Times New Roman" panose="02020603050405020304" pitchFamily="18" charset="0"/>
              </a:rPr>
              <a:t>    websites faster and easier. Our output will be shown on this website.</a:t>
            </a:r>
          </a:p>
          <a:p>
            <a:pPr marL="109537" indent="0">
              <a:buNone/>
            </a:pPr>
            <a:endParaRPr lang="en-US" sz="20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Selenium :- </a:t>
            </a:r>
          </a:p>
          <a:p>
            <a:pPr marL="109537" indent="0">
              <a:buNone/>
            </a:pPr>
            <a:r>
              <a:rPr lang="en-US" sz="2000" dirty="0">
                <a:latin typeface="Times New Roman" panose="02020603050405020304" pitchFamily="18" charset="0"/>
                <a:cs typeface="Times New Roman" panose="02020603050405020304" pitchFamily="18" charset="0"/>
              </a:rPr>
              <a:t>    Selenium is an open-source web-based automation tool. Selenium is primarily used for testing in the </a:t>
            </a:r>
          </a:p>
          <a:p>
            <a:pPr marL="109537" indent="0">
              <a:buNone/>
            </a:pPr>
            <a:r>
              <a:rPr lang="en-US" sz="2000" dirty="0">
                <a:latin typeface="Times New Roman" panose="02020603050405020304" pitchFamily="18" charset="0"/>
                <a:cs typeface="Times New Roman" panose="02020603050405020304" pitchFamily="18" charset="0"/>
              </a:rPr>
              <a:t>    industry but It can also be used for web scraping.</a:t>
            </a:r>
          </a:p>
        </p:txBody>
      </p:sp>
      <p:sp>
        <p:nvSpPr>
          <p:cNvPr id="3" name="Title 2"/>
          <p:cNvSpPr>
            <a:spLocks noGrp="1"/>
          </p:cNvSpPr>
          <p:nvPr>
            <p:ph type="title"/>
          </p:nvPr>
        </p:nvSpPr>
        <p:spPr/>
        <p:txBody>
          <a:bodyPr>
            <a:normAutofit/>
          </a:bodyPr>
          <a:lstStyle/>
          <a:p>
            <a:pPr algn="ctr"/>
            <a:r>
              <a:rPr lang="en-US" dirty="0">
                <a:solidFill>
                  <a:schemeClr val="tx1"/>
                </a:solidFill>
              </a:rPr>
              <a:t>Technology Used</a:t>
            </a:r>
          </a:p>
        </p:txBody>
      </p:sp>
      <p:sp>
        <p:nvSpPr>
          <p:cNvPr id="4" name="Slide Number Placeholder 3"/>
          <p:cNvSpPr>
            <a:spLocks noGrp="1"/>
          </p:cNvSpPr>
          <p:nvPr>
            <p:ph type="sldNum" sz="quarter" idx="12"/>
          </p:nvPr>
        </p:nvSpPr>
        <p:spPr/>
        <p:txBody>
          <a:bodyPr/>
          <a:lstStyle/>
          <a:p>
            <a:fld id="{614F85D0-BF04-4AE2-BD29-5B88EBBDA047}" type="slidenum">
              <a:rPr lang="en-US" smtClean="0"/>
              <a:t>7</a:t>
            </a:fld>
            <a:endParaRPr lang="en-US" dirty="0"/>
          </a:p>
        </p:txBody>
      </p:sp>
    </p:spTree>
    <p:extLst>
      <p:ext uri="{BB962C8B-B14F-4D97-AF65-F5344CB8AC3E}">
        <p14:creationId xmlns:p14="http://schemas.microsoft.com/office/powerpoint/2010/main" val="3687258499"/>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9600" y="1280319"/>
            <a:ext cx="10972800" cy="4525962"/>
          </a:xfrm>
        </p:spPr>
        <p:txBody>
          <a:bodyPr/>
          <a:lstStyle/>
          <a:p>
            <a:pPr algn="just">
              <a:spcAft>
                <a:spcPts val="600"/>
              </a:spcAft>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ChromeDriver :-</a:t>
            </a:r>
          </a:p>
          <a:p>
            <a:pPr marL="109537" indent="0" algn="just">
              <a:spcAft>
                <a:spcPts val="0"/>
              </a:spcAft>
              <a:buNone/>
            </a:pPr>
            <a:r>
              <a:rPr lang="en-US" sz="2000" dirty="0">
                <a:latin typeface="Times New Roman" panose="02020603050405020304" pitchFamily="18" charset="0"/>
                <a:cs typeface="Times New Roman" panose="02020603050405020304" pitchFamily="18" charset="0"/>
              </a:rPr>
              <a:t>    Chrome WebDriver (ChromeDriver) is an open-source tool for automated testing of web apps across </a:t>
            </a:r>
          </a:p>
          <a:p>
            <a:pPr marL="109537" indent="0" algn="just">
              <a:spcAft>
                <a:spcPts val="0"/>
              </a:spcAft>
              <a:buNone/>
            </a:pPr>
            <a:r>
              <a:rPr lang="en-US" sz="2000" dirty="0">
                <a:latin typeface="Times New Roman" panose="02020603050405020304" pitchFamily="18" charset="0"/>
                <a:cs typeface="Times New Roman" panose="02020603050405020304" pitchFamily="18" charset="0"/>
              </a:rPr>
              <a:t>    many browsers. It provides capabilities for navigating to web pages, user input, JavaScript execution,  </a:t>
            </a:r>
          </a:p>
          <a:p>
            <a:pPr marL="109537" indent="0" algn="just">
              <a:spcAft>
                <a:spcPts val="0"/>
              </a:spcAft>
              <a:buNone/>
            </a:pPr>
            <a:r>
              <a:rPr lang="en-US" sz="2000" dirty="0">
                <a:latin typeface="Times New Roman" panose="02020603050405020304" pitchFamily="18" charset="0"/>
                <a:cs typeface="Times New Roman" panose="02020603050405020304" pitchFamily="18" charset="0"/>
              </a:rPr>
              <a:t>    and more.</a:t>
            </a:r>
          </a:p>
          <a:p>
            <a:pPr algn="just">
              <a:spcBef>
                <a:spcPts val="1000"/>
              </a:spcBef>
              <a:spcAft>
                <a:spcPts val="600"/>
              </a:spcAft>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Front-End :- </a:t>
            </a:r>
          </a:p>
          <a:p>
            <a:pPr marL="109537" indent="0" algn="just">
              <a:spcAft>
                <a:spcPts val="0"/>
              </a:spcAft>
              <a:buNone/>
            </a:pPr>
            <a:r>
              <a:rPr lang="en-US" sz="2000" dirty="0">
                <a:latin typeface="Times New Roman" panose="02020603050405020304" pitchFamily="18" charset="0"/>
                <a:cs typeface="Times New Roman" panose="02020603050405020304" pitchFamily="18" charset="0"/>
              </a:rPr>
              <a:t>    It defines the basic design and looks of the website. For the frontend, we have used HTML, CSS, and                                    </a:t>
            </a:r>
          </a:p>
          <a:p>
            <a:pPr marL="109537" indent="0" algn="just">
              <a:spcAft>
                <a:spcPts val="0"/>
              </a:spcAft>
              <a:buNone/>
            </a:pPr>
            <a:r>
              <a:rPr lang="en-US" sz="2000" dirty="0">
                <a:latin typeface="Times New Roman" panose="02020603050405020304" pitchFamily="18" charset="0"/>
                <a:cs typeface="Times New Roman" panose="02020603050405020304" pitchFamily="18" charset="0"/>
              </a:rPr>
              <a:t>    Bootstrap.  </a:t>
            </a:r>
          </a:p>
          <a:p>
            <a:pPr algn="just">
              <a:spcBef>
                <a:spcPts val="1000"/>
              </a:spcBef>
              <a:spcAft>
                <a:spcPts val="600"/>
              </a:spcAft>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IDEs Used :-</a:t>
            </a:r>
          </a:p>
          <a:p>
            <a:pPr marL="109537" indent="0" algn="just">
              <a:buNone/>
            </a:pPr>
            <a:r>
              <a:rPr lang="en-US" sz="2000" b="1"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Jupyter</a:t>
            </a:r>
            <a:r>
              <a:rPr lang="en-US" sz="2000" dirty="0">
                <a:latin typeface="Times New Roman" panose="02020603050405020304" pitchFamily="18" charset="0"/>
                <a:cs typeface="Times New Roman" panose="02020603050405020304" pitchFamily="18" charset="0"/>
              </a:rPr>
              <a:t> Notebook and VS-Code IDEs are being used during the development.</a:t>
            </a:r>
            <a:r>
              <a:rPr lang="en-US" sz="2800" dirty="0">
                <a:latin typeface="Times New Roman" panose="02020603050405020304" pitchFamily="18" charset="0"/>
                <a:cs typeface="Times New Roman" panose="02020603050405020304" pitchFamily="18" charset="0"/>
              </a:rPr>
              <a:t>	</a:t>
            </a:r>
          </a:p>
        </p:txBody>
      </p:sp>
      <p:sp>
        <p:nvSpPr>
          <p:cNvPr id="3" name="Title 2"/>
          <p:cNvSpPr>
            <a:spLocks noGrp="1"/>
          </p:cNvSpPr>
          <p:nvPr>
            <p:ph type="title"/>
          </p:nvPr>
        </p:nvSpPr>
        <p:spPr>
          <a:xfrm>
            <a:off x="609600" y="137319"/>
            <a:ext cx="10972800" cy="1143000"/>
          </a:xfrm>
        </p:spPr>
        <p:txBody>
          <a:bodyPr/>
          <a:lstStyle/>
          <a:p>
            <a:pPr algn="ctr"/>
            <a:r>
              <a:rPr lang="en-US" dirty="0">
                <a:solidFill>
                  <a:schemeClr val="tx1"/>
                </a:solidFill>
              </a:rPr>
              <a:t>Technology Used</a:t>
            </a:r>
            <a:endParaRPr lang="en-US" dirty="0"/>
          </a:p>
        </p:txBody>
      </p:sp>
      <p:sp>
        <p:nvSpPr>
          <p:cNvPr id="4" name="Slide Number Placeholder 3"/>
          <p:cNvSpPr>
            <a:spLocks noGrp="1"/>
          </p:cNvSpPr>
          <p:nvPr>
            <p:ph type="sldNum" sz="quarter" idx="12"/>
          </p:nvPr>
        </p:nvSpPr>
        <p:spPr/>
        <p:txBody>
          <a:bodyPr/>
          <a:lstStyle/>
          <a:p>
            <a:fld id="{614F85D0-BF04-4AE2-BD29-5B88EBBDA047}" type="slidenum">
              <a:rPr lang="en-US" smtClean="0"/>
              <a:t>8</a:t>
            </a:fld>
            <a:endParaRPr lang="en-US"/>
          </a:p>
        </p:txBody>
      </p:sp>
    </p:spTree>
    <p:extLst>
      <p:ext uri="{BB962C8B-B14F-4D97-AF65-F5344CB8AC3E}">
        <p14:creationId xmlns:p14="http://schemas.microsoft.com/office/powerpoint/2010/main" val="278477024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9599" y="1481138"/>
            <a:ext cx="11965663" cy="6368216"/>
          </a:xfrm>
        </p:spPr>
        <p:txBody>
          <a:bodyPr/>
          <a:lstStyle/>
          <a:p>
            <a:pPr>
              <a:lnSpc>
                <a:spcPct val="150000"/>
              </a:lnSpc>
            </a:pPr>
            <a:r>
              <a:rPr lang="en-US" sz="2000" dirty="0">
                <a:latin typeface="Times New Roman" panose="02020603050405020304" pitchFamily="18" charset="0"/>
                <a:cs typeface="Times New Roman" panose="02020603050405020304" pitchFamily="18" charset="0"/>
              </a:rPr>
              <a:t>Visual Studio Code: IDE used to create, implement and execute our code.</a:t>
            </a:r>
          </a:p>
          <a:p>
            <a:pPr>
              <a:lnSpc>
                <a:spcPct val="150000"/>
              </a:lnSpc>
            </a:pPr>
            <a:endParaRPr lang="en-US" sz="2000" dirty="0">
              <a:latin typeface="Times New Roman" panose="02020603050405020304" pitchFamily="18" charset="0"/>
              <a:cs typeface="Times New Roman" panose="02020603050405020304" pitchFamily="18" charset="0"/>
            </a:endParaRPr>
          </a:p>
          <a:p>
            <a:pPr>
              <a:lnSpc>
                <a:spcPct val="150000"/>
              </a:lnSpc>
            </a:pPr>
            <a:r>
              <a:rPr lang="en-US" sz="2000" dirty="0">
                <a:latin typeface="Times New Roman" panose="02020603050405020304" pitchFamily="18" charset="0"/>
                <a:cs typeface="Times New Roman" panose="02020603050405020304" pitchFamily="18" charset="0"/>
              </a:rPr>
              <a:t>Platform Considered: Twitter </a:t>
            </a:r>
          </a:p>
          <a:p>
            <a:pPr>
              <a:lnSpc>
                <a:spcPct val="150000"/>
              </a:lnSpc>
            </a:pPr>
            <a:endParaRPr lang="en-US" sz="2000" dirty="0">
              <a:latin typeface="Times New Roman" panose="02020603050405020304" pitchFamily="18" charset="0"/>
              <a:cs typeface="Times New Roman" panose="02020603050405020304" pitchFamily="18" charset="0"/>
            </a:endParaRPr>
          </a:p>
          <a:p>
            <a:pPr>
              <a:lnSpc>
                <a:spcPct val="150000"/>
              </a:lnSpc>
            </a:pPr>
            <a:r>
              <a:rPr lang="en-US" sz="2000" dirty="0">
                <a:latin typeface="Times New Roman" panose="02020603050405020304" pitchFamily="18" charset="0"/>
                <a:cs typeface="Times New Roman" panose="02020603050405020304" pitchFamily="18" charset="0"/>
              </a:rPr>
              <a:t>Connection of Web Scrapper and Website: Using DJango framework and Python with Selenium</a:t>
            </a:r>
          </a:p>
          <a:p>
            <a:pPr>
              <a:lnSpc>
                <a:spcPct val="150000"/>
              </a:lnSpc>
            </a:pPr>
            <a:endParaRPr lang="en-US" sz="2000" dirty="0">
              <a:latin typeface="Times New Roman" panose="02020603050405020304" pitchFamily="18" charset="0"/>
              <a:cs typeface="Times New Roman" panose="02020603050405020304" pitchFamily="18" charset="0"/>
            </a:endParaRPr>
          </a:p>
          <a:p>
            <a:pPr>
              <a:lnSpc>
                <a:spcPct val="150000"/>
              </a:lnSpc>
            </a:pPr>
            <a:r>
              <a:rPr lang="en-US" sz="2000" dirty="0">
                <a:latin typeface="Times New Roman" panose="02020603050405020304" pitchFamily="18" charset="0"/>
                <a:cs typeface="Times New Roman" panose="02020603050405020304" pitchFamily="18" charset="0"/>
              </a:rPr>
              <a:t>Templates: Pages to display on Website using HTML and CSS</a:t>
            </a:r>
          </a:p>
          <a:p>
            <a:endParaRPr lang="en-US" sz="2400" dirty="0"/>
          </a:p>
          <a:p>
            <a:endParaRPr lang="en-US" sz="2400" dirty="0"/>
          </a:p>
        </p:txBody>
      </p:sp>
      <p:sp>
        <p:nvSpPr>
          <p:cNvPr id="3" name="Title 2"/>
          <p:cNvSpPr>
            <a:spLocks noGrp="1"/>
          </p:cNvSpPr>
          <p:nvPr>
            <p:ph type="title"/>
          </p:nvPr>
        </p:nvSpPr>
        <p:spPr/>
        <p:txBody>
          <a:bodyPr/>
          <a:lstStyle/>
          <a:p>
            <a:pPr algn="ctr"/>
            <a:r>
              <a:rPr lang="en-US" dirty="0">
                <a:solidFill>
                  <a:schemeClr val="tx1"/>
                </a:solidFill>
              </a:rPr>
              <a:t>Implementation</a:t>
            </a:r>
          </a:p>
        </p:txBody>
      </p:sp>
      <p:sp>
        <p:nvSpPr>
          <p:cNvPr id="4" name="Slide Number Placeholder 3"/>
          <p:cNvSpPr>
            <a:spLocks noGrp="1"/>
          </p:cNvSpPr>
          <p:nvPr>
            <p:ph type="sldNum" sz="quarter" idx="12"/>
          </p:nvPr>
        </p:nvSpPr>
        <p:spPr/>
        <p:txBody>
          <a:bodyPr/>
          <a:lstStyle/>
          <a:p>
            <a:fld id="{614F85D0-BF04-4AE2-BD29-5B88EBBDA047}" type="slidenum">
              <a:rPr lang="en-US" smtClean="0"/>
              <a:t>9</a:t>
            </a:fld>
            <a:endParaRPr lang="en-US"/>
          </a:p>
        </p:txBody>
      </p:sp>
    </p:spTree>
    <p:extLst>
      <p:ext uri="{BB962C8B-B14F-4D97-AF65-F5344CB8AC3E}">
        <p14:creationId xmlns:p14="http://schemas.microsoft.com/office/powerpoint/2010/main" val="2304781289"/>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751438" y="5549759"/>
            <a:ext cx="10830962" cy="955266"/>
          </a:xfrm>
        </p:spPr>
        <p:txBody>
          <a:bodyPr/>
          <a:lstStyle/>
          <a:p>
            <a:pPr marL="109537" indent="0" algn="ctr">
              <a:buNone/>
            </a:pPr>
            <a:r>
              <a:rPr lang="en-US" sz="1800" dirty="0"/>
              <a:t>WSGI Server: DJango in-built server.</a:t>
            </a:r>
          </a:p>
          <a:p>
            <a:pPr marL="109537" indent="0" algn="ctr">
              <a:buNone/>
            </a:pPr>
            <a:r>
              <a:rPr lang="en-US" sz="1800" dirty="0"/>
              <a:t>Interactive UI</a:t>
            </a:r>
          </a:p>
        </p:txBody>
      </p:sp>
      <p:sp>
        <p:nvSpPr>
          <p:cNvPr id="4" name="Slide Number Placeholder 3"/>
          <p:cNvSpPr>
            <a:spLocks noGrp="1"/>
          </p:cNvSpPr>
          <p:nvPr>
            <p:ph type="sldNum" sz="quarter" idx="12"/>
          </p:nvPr>
        </p:nvSpPr>
        <p:spPr/>
        <p:txBody>
          <a:bodyPr/>
          <a:lstStyle/>
          <a:p>
            <a:fld id="{614F85D0-BF04-4AE2-BD29-5B88EBBDA047}" type="slidenum">
              <a:rPr lang="en-US" smtClean="0"/>
              <a:t>10</a:t>
            </a:fld>
            <a:endParaRPr lang="en-US"/>
          </a:p>
        </p:txBody>
      </p:sp>
      <p:pic>
        <p:nvPicPr>
          <p:cNvPr id="5" name="Picture 4"/>
          <p:cNvPicPr/>
          <p:nvPr/>
        </p:nvPicPr>
        <p:blipFill>
          <a:blip r:embed="rId2" cstate="print">
            <a:extLst>
              <a:ext uri="{28A0092B-C50C-407E-A947-70E740481C1C}">
                <a14:useLocalDpi xmlns:a14="http://schemas.microsoft.com/office/drawing/2010/main" val="0"/>
              </a:ext>
            </a:extLst>
          </a:blip>
          <a:stretch>
            <a:fillRect/>
          </a:stretch>
        </p:blipFill>
        <p:spPr>
          <a:xfrm>
            <a:off x="1338783" y="141675"/>
            <a:ext cx="9561591" cy="5263244"/>
          </a:xfrm>
          <a:prstGeom prst="rect">
            <a:avLst/>
          </a:prstGeom>
        </p:spPr>
      </p:pic>
    </p:spTree>
    <p:extLst>
      <p:ext uri="{BB962C8B-B14F-4D97-AF65-F5344CB8AC3E}">
        <p14:creationId xmlns:p14="http://schemas.microsoft.com/office/powerpoint/2010/main" val="260592842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42796" y="5531666"/>
            <a:ext cx="10939604" cy="475433"/>
          </a:xfrm>
        </p:spPr>
        <p:txBody>
          <a:bodyPr/>
          <a:lstStyle/>
          <a:p>
            <a:pPr marL="109537" indent="0" algn="ctr">
              <a:buNone/>
            </a:pPr>
            <a:r>
              <a:rPr lang="en-US" sz="1800" dirty="0"/>
              <a:t>Selenium: Code in backend (in views.py) </a:t>
            </a:r>
          </a:p>
        </p:txBody>
      </p:sp>
      <p:sp>
        <p:nvSpPr>
          <p:cNvPr id="4" name="Slide Number Placeholder 3"/>
          <p:cNvSpPr>
            <a:spLocks noGrp="1"/>
          </p:cNvSpPr>
          <p:nvPr>
            <p:ph type="sldNum" sz="quarter" idx="12"/>
          </p:nvPr>
        </p:nvSpPr>
        <p:spPr/>
        <p:txBody>
          <a:bodyPr/>
          <a:lstStyle/>
          <a:p>
            <a:fld id="{614F85D0-BF04-4AE2-BD29-5B88EBBDA047}" type="slidenum">
              <a:rPr lang="en-US" smtClean="0"/>
              <a:t>11</a:t>
            </a:fld>
            <a:endParaRPr lang="en-US"/>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59117" y="178805"/>
            <a:ext cx="9306961" cy="5235166"/>
          </a:xfrm>
          <a:prstGeom prst="rect">
            <a:avLst/>
          </a:prstGeom>
        </p:spPr>
      </p:pic>
    </p:spTree>
    <p:extLst>
      <p:ext uri="{BB962C8B-B14F-4D97-AF65-F5344CB8AC3E}">
        <p14:creationId xmlns:p14="http://schemas.microsoft.com/office/powerpoint/2010/main" val="4016266932"/>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731067" y="5906145"/>
            <a:ext cx="10830962" cy="575021"/>
          </a:xfrm>
        </p:spPr>
        <p:txBody>
          <a:bodyPr/>
          <a:lstStyle/>
          <a:p>
            <a:pPr marL="109537" indent="0" algn="ctr">
              <a:buNone/>
            </a:pPr>
            <a:r>
              <a:rPr lang="en-US" sz="1800" dirty="0"/>
              <a:t>Automated execution using chromedriver (Login)</a:t>
            </a:r>
          </a:p>
        </p:txBody>
      </p:sp>
      <p:sp>
        <p:nvSpPr>
          <p:cNvPr id="4" name="Slide Number Placeholder 3"/>
          <p:cNvSpPr>
            <a:spLocks noGrp="1"/>
          </p:cNvSpPr>
          <p:nvPr>
            <p:ph type="sldNum" sz="quarter" idx="12"/>
          </p:nvPr>
        </p:nvSpPr>
        <p:spPr/>
        <p:txBody>
          <a:bodyPr/>
          <a:lstStyle/>
          <a:p>
            <a:fld id="{614F85D0-BF04-4AE2-BD29-5B88EBBDA047}" type="slidenum">
              <a:rPr lang="en-US" smtClean="0"/>
              <a:t>12</a:t>
            </a:fld>
            <a:endParaRPr lang="en-US"/>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56922" y="190123"/>
            <a:ext cx="9779252" cy="5500829"/>
          </a:xfrm>
          <a:prstGeom prst="rect">
            <a:avLst/>
          </a:prstGeom>
        </p:spPr>
      </p:pic>
    </p:spTree>
    <p:extLst>
      <p:ext uri="{BB962C8B-B14F-4D97-AF65-F5344CB8AC3E}">
        <p14:creationId xmlns:p14="http://schemas.microsoft.com/office/powerpoint/2010/main" val="3365052092"/>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796705" y="5942360"/>
            <a:ext cx="10668000" cy="466379"/>
          </a:xfrm>
        </p:spPr>
        <p:txBody>
          <a:bodyPr/>
          <a:lstStyle/>
          <a:p>
            <a:pPr marL="109537" indent="0" algn="ctr">
              <a:buNone/>
            </a:pPr>
            <a:r>
              <a:rPr lang="en-US" sz="1800" dirty="0"/>
              <a:t>Automatic keyword searching</a:t>
            </a:r>
          </a:p>
        </p:txBody>
      </p:sp>
      <p:sp>
        <p:nvSpPr>
          <p:cNvPr id="4" name="Slide Number Placeholder 3"/>
          <p:cNvSpPr>
            <a:spLocks noGrp="1"/>
          </p:cNvSpPr>
          <p:nvPr>
            <p:ph type="sldNum" sz="quarter" idx="12"/>
          </p:nvPr>
        </p:nvSpPr>
        <p:spPr/>
        <p:txBody>
          <a:bodyPr/>
          <a:lstStyle/>
          <a:p>
            <a:fld id="{614F85D0-BF04-4AE2-BD29-5B88EBBDA047}" type="slidenum">
              <a:rPr lang="en-US" smtClean="0"/>
              <a:t>13</a:t>
            </a:fld>
            <a:endParaRPr lang="en-US"/>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1239" y="99588"/>
            <a:ext cx="9978932" cy="5613149"/>
          </a:xfrm>
          <a:prstGeom prst="rect">
            <a:avLst/>
          </a:prstGeom>
        </p:spPr>
      </p:pic>
    </p:spTree>
    <p:extLst>
      <p:ext uri="{BB962C8B-B14F-4D97-AF65-F5344CB8AC3E}">
        <p14:creationId xmlns:p14="http://schemas.microsoft.com/office/powerpoint/2010/main" val="405612744"/>
      </p:ext>
    </p:extLst>
  </p:cSld>
  <p:clrMapOvr>
    <a:masterClrMapping/>
  </p:clrMapOvr>
  <mc:AlternateContent xmlns:mc="http://schemas.openxmlformats.org/markup-compatibility/2006" xmlns:p14="http://schemas.microsoft.com/office/powerpoint/2010/main">
    <mc:Choice Requires="p14">
      <p:transition spd="slow" p14:dur="1250">
        <p14:flip dir="r"/>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614F85D0-BF04-4AE2-BD29-5B88EBBDA047}" type="slidenum">
              <a:rPr lang="en-US" smtClean="0"/>
              <a:t>14</a:t>
            </a:fld>
            <a:endParaRPr lang="en-US"/>
          </a:p>
        </p:txBody>
      </p:sp>
      <p:pic>
        <p:nvPicPr>
          <p:cNvPr id="12" name="Picture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61448" y="108642"/>
            <a:ext cx="9865259" cy="5549208"/>
          </a:xfrm>
          <a:prstGeom prst="rect">
            <a:avLst/>
          </a:prstGeom>
        </p:spPr>
      </p:pic>
      <p:sp>
        <p:nvSpPr>
          <p:cNvPr id="13" name="Content Placeholder 12"/>
          <p:cNvSpPr>
            <a:spLocks noGrp="1"/>
          </p:cNvSpPr>
          <p:nvPr>
            <p:ph idx="1"/>
          </p:nvPr>
        </p:nvSpPr>
        <p:spPr>
          <a:xfrm>
            <a:off x="1010968" y="5965667"/>
            <a:ext cx="10115739" cy="349250"/>
          </a:xfrm>
        </p:spPr>
        <p:txBody>
          <a:bodyPr/>
          <a:lstStyle/>
          <a:p>
            <a:pPr marL="109537" indent="0" algn="ctr">
              <a:buNone/>
            </a:pPr>
            <a:r>
              <a:rPr lang="en-US" sz="1800" dirty="0"/>
              <a:t>Scrapping of latest posts</a:t>
            </a:r>
          </a:p>
        </p:txBody>
      </p:sp>
    </p:spTree>
    <p:extLst>
      <p:ext uri="{BB962C8B-B14F-4D97-AF65-F5344CB8AC3E}">
        <p14:creationId xmlns:p14="http://schemas.microsoft.com/office/powerpoint/2010/main" val="3448501809"/>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56272" y="6213956"/>
            <a:ext cx="10972800" cy="529753"/>
          </a:xfrm>
        </p:spPr>
        <p:txBody>
          <a:bodyPr/>
          <a:lstStyle/>
          <a:p>
            <a:pPr marL="109537" indent="0" algn="ctr">
              <a:buNone/>
            </a:pPr>
            <a:r>
              <a:rPr lang="en-US" sz="1800" dirty="0"/>
              <a:t>Scrapped Data in Tabular Format</a:t>
            </a:r>
          </a:p>
        </p:txBody>
      </p:sp>
      <p:sp>
        <p:nvSpPr>
          <p:cNvPr id="4" name="Slide Number Placeholder 3"/>
          <p:cNvSpPr>
            <a:spLocks noGrp="1"/>
          </p:cNvSpPr>
          <p:nvPr>
            <p:ph type="sldNum" sz="quarter" idx="12"/>
          </p:nvPr>
        </p:nvSpPr>
        <p:spPr/>
        <p:txBody>
          <a:bodyPr/>
          <a:lstStyle/>
          <a:p>
            <a:fld id="{614F85D0-BF04-4AE2-BD29-5B88EBBDA047}" type="slidenum">
              <a:rPr lang="en-US" smtClean="0"/>
              <a:t>15</a:t>
            </a:fld>
            <a:endParaRPr lang="en-US"/>
          </a:p>
        </p:txBody>
      </p:sp>
      <p:pic>
        <p:nvPicPr>
          <p:cNvPr id="12" name="Picture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9492" y="878197"/>
            <a:ext cx="9834075" cy="5042770"/>
          </a:xfrm>
          <a:prstGeom prst="rect">
            <a:avLst/>
          </a:prstGeom>
        </p:spPr>
      </p:pic>
      <p:sp>
        <p:nvSpPr>
          <p:cNvPr id="5" name="Title 2"/>
          <p:cNvSpPr>
            <a:spLocks noGrp="1"/>
          </p:cNvSpPr>
          <p:nvPr>
            <p:ph type="title"/>
          </p:nvPr>
        </p:nvSpPr>
        <p:spPr>
          <a:xfrm>
            <a:off x="609600" y="-15072"/>
            <a:ext cx="10972800" cy="1143000"/>
          </a:xfrm>
        </p:spPr>
        <p:txBody>
          <a:bodyPr/>
          <a:lstStyle/>
          <a:p>
            <a:pPr algn="ctr"/>
            <a:r>
              <a:rPr lang="en-US" dirty="0">
                <a:solidFill>
                  <a:schemeClr val="tx1"/>
                </a:solidFill>
              </a:rPr>
              <a:t>Result</a:t>
            </a:r>
            <a:endParaRPr lang="en-US" dirty="0"/>
          </a:p>
        </p:txBody>
      </p:sp>
    </p:spTree>
    <p:extLst>
      <p:ext uri="{BB962C8B-B14F-4D97-AF65-F5344CB8AC3E}">
        <p14:creationId xmlns:p14="http://schemas.microsoft.com/office/powerpoint/2010/main" val="268909090"/>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56684" y="1209533"/>
            <a:ext cx="10972800" cy="5199205"/>
          </a:xfrm>
        </p:spPr>
        <p:txBody>
          <a:bodyPr/>
          <a:lstStyle/>
          <a:p>
            <a:r>
              <a:rPr lang="en-US" sz="2000" b="1" dirty="0">
                <a:latin typeface="Times New Roman" panose="02020603050405020304" pitchFamily="18" charset="0"/>
                <a:cs typeface="Times New Roman" panose="02020603050405020304" pitchFamily="18" charset="0"/>
              </a:rPr>
              <a:t>Automation </a:t>
            </a:r>
            <a:r>
              <a:rPr lang="en-US" sz="2000" dirty="0">
                <a:latin typeface="Times New Roman" panose="02020603050405020304" pitchFamily="18" charset="0"/>
                <a:cs typeface="Times New Roman" panose="02020603050405020304" pitchFamily="18" charset="0"/>
              </a:rPr>
              <a:t>:-</a:t>
            </a:r>
          </a:p>
          <a:p>
            <a:pPr marL="109537" indent="0">
              <a:buNone/>
            </a:pPr>
            <a:r>
              <a:rPr lang="en-US" sz="2000" dirty="0">
                <a:latin typeface="Times New Roman" panose="02020603050405020304" pitchFamily="18" charset="0"/>
                <a:cs typeface="Times New Roman" panose="02020603050405020304" pitchFamily="18" charset="0"/>
              </a:rPr>
              <a:t>    The first and most important benefit of web scraping is developing tools that have simplified data      </a:t>
            </a:r>
          </a:p>
          <a:p>
            <a:pPr marL="109537" indent="0">
              <a:buNone/>
            </a:pPr>
            <a:r>
              <a:rPr lang="en-US" sz="2000" dirty="0">
                <a:latin typeface="Times New Roman" panose="02020603050405020304" pitchFamily="18" charset="0"/>
                <a:cs typeface="Times New Roman" panose="02020603050405020304" pitchFamily="18" charset="0"/>
              </a:rPr>
              <a:t>     retrieval from different websites to only a few clicks. web scraping tools nowadays make the </a:t>
            </a:r>
          </a:p>
          <a:p>
            <a:pPr marL="109537" indent="0">
              <a:buNone/>
            </a:pPr>
            <a:r>
              <a:rPr lang="en-US" sz="2000" dirty="0">
                <a:latin typeface="Times New Roman" panose="02020603050405020304" pitchFamily="18" charset="0"/>
                <a:cs typeface="Times New Roman" panose="02020603050405020304" pitchFamily="18" charset="0"/>
              </a:rPr>
              <a:t>     extraction of data in large volumes both simple and quick.</a:t>
            </a:r>
          </a:p>
          <a:p>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Cost-Effective :- </a:t>
            </a:r>
          </a:p>
          <a:p>
            <a:pPr marL="109537" indent="0">
              <a:buNone/>
            </a:pPr>
            <a:r>
              <a:rPr lang="en-US" sz="2000" dirty="0">
                <a:latin typeface="Times New Roman" panose="02020603050405020304" pitchFamily="18" charset="0"/>
                <a:cs typeface="Times New Roman" panose="02020603050405020304" pitchFamily="18" charset="0"/>
              </a:rPr>
              <a:t>     Data extraction by hand is an expensive task that  a large workforce and large budgets. Nonetheless, </a:t>
            </a:r>
          </a:p>
          <a:p>
            <a:pPr marL="109537" indent="0">
              <a:buNone/>
            </a:pPr>
            <a:r>
              <a:rPr lang="en-US" sz="2000" dirty="0">
                <a:latin typeface="Times New Roman" panose="02020603050405020304" pitchFamily="18" charset="0"/>
                <a:cs typeface="Times New Roman" panose="02020603050405020304" pitchFamily="18" charset="0"/>
              </a:rPr>
              <a:t>     web scraping, like many other digital techniques, has solved this problem. The Cost will be Efficient</a:t>
            </a:r>
          </a:p>
          <a:p>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 Easy Implementation:-</a:t>
            </a:r>
          </a:p>
          <a:p>
            <a:pPr marL="109537" indent="0">
              <a:buNone/>
            </a:pPr>
            <a:r>
              <a:rPr lang="en-US" sz="2000" dirty="0">
                <a:latin typeface="Times New Roman" panose="02020603050405020304" pitchFamily="18" charset="0"/>
                <a:cs typeface="Times New Roman" panose="02020603050405020304" pitchFamily="18" charset="0"/>
              </a:rPr>
              <a:t>     When a website scraping service begins gathering data.  web scraping technologies need little to no </a:t>
            </a:r>
          </a:p>
          <a:p>
            <a:pPr marL="109537" indent="0">
              <a:buNone/>
            </a:pPr>
            <a:r>
              <a:rPr lang="en-US" sz="2000" dirty="0">
                <a:latin typeface="Times New Roman" panose="02020603050405020304" pitchFamily="18" charset="0"/>
                <a:cs typeface="Times New Roman" panose="02020603050405020304" pitchFamily="18" charset="0"/>
              </a:rPr>
              <a:t>     maintenance over time. So, in the long run, services and budgets will not undergo drastic changes in </a:t>
            </a:r>
          </a:p>
          <a:p>
            <a:pPr marL="109537" indent="0">
              <a:buNone/>
            </a:pPr>
            <a:r>
              <a:rPr lang="en-US" sz="2000" dirty="0">
                <a:latin typeface="Times New Roman" panose="02020603050405020304" pitchFamily="18" charset="0"/>
                <a:cs typeface="Times New Roman" panose="02020603050405020304" pitchFamily="18" charset="0"/>
              </a:rPr>
              <a:t>     terms of maintenance</a:t>
            </a:r>
            <a:r>
              <a:rPr lang="en-US" sz="2000" b="1" dirty="0">
                <a:latin typeface="Times New Roman" panose="02020603050405020304" pitchFamily="18" charset="0"/>
                <a:cs typeface="Times New Roman" panose="02020603050405020304" pitchFamily="18" charset="0"/>
              </a:rPr>
              <a:t>.</a:t>
            </a:r>
          </a:p>
          <a:p>
            <a:endParaRPr lang="en-US" sz="2000" b="1" dirty="0">
              <a:effectLst>
                <a:outerShdw blurRad="31750" dist="25400" dir="5400000" algn="tl" rotWithShape="0">
                  <a:srgbClr val="000000">
                    <a:alpha val="25000"/>
                  </a:srgbClr>
                </a:outerShdw>
              </a:effectLst>
              <a:latin typeface="Times New Roman" panose="02020603050405020304" pitchFamily="18" charset="0"/>
              <a:ea typeface="+mj-ea"/>
              <a:cs typeface="Times New Roman" panose="02020603050405020304" pitchFamily="18" charset="0"/>
            </a:endParaRPr>
          </a:p>
        </p:txBody>
      </p:sp>
      <p:sp>
        <p:nvSpPr>
          <p:cNvPr id="3" name="Title 2"/>
          <p:cNvSpPr>
            <a:spLocks noGrp="1"/>
          </p:cNvSpPr>
          <p:nvPr>
            <p:ph type="title"/>
          </p:nvPr>
        </p:nvSpPr>
        <p:spPr/>
        <p:txBody>
          <a:bodyPr/>
          <a:lstStyle/>
          <a:p>
            <a:pPr algn="ctr"/>
            <a:r>
              <a:rPr lang="en-US" dirty="0">
                <a:solidFill>
                  <a:schemeClr val="tx1"/>
                </a:solidFill>
              </a:rPr>
              <a:t>Advantages</a:t>
            </a:r>
            <a:endParaRPr lang="en-US" dirty="0"/>
          </a:p>
        </p:txBody>
      </p:sp>
      <p:sp>
        <p:nvSpPr>
          <p:cNvPr id="4" name="Slide Number Placeholder 3"/>
          <p:cNvSpPr>
            <a:spLocks noGrp="1"/>
          </p:cNvSpPr>
          <p:nvPr>
            <p:ph type="sldNum" sz="quarter" idx="12"/>
          </p:nvPr>
        </p:nvSpPr>
        <p:spPr/>
        <p:txBody>
          <a:bodyPr/>
          <a:lstStyle/>
          <a:p>
            <a:fld id="{614F85D0-BF04-4AE2-BD29-5B88EBBDA047}" type="slidenum">
              <a:rPr lang="en-US" smtClean="0"/>
              <a:t>16</a:t>
            </a:fld>
            <a:endParaRPr lang="en-US"/>
          </a:p>
        </p:txBody>
      </p:sp>
    </p:spTree>
    <p:extLst>
      <p:ext uri="{BB962C8B-B14F-4D97-AF65-F5344CB8AC3E}">
        <p14:creationId xmlns:p14="http://schemas.microsoft.com/office/powerpoint/2010/main" val="80861587"/>
      </p:ext>
    </p:extLst>
  </p:cSld>
  <p:clrMapOvr>
    <a:masterClrMapping/>
  </p:clrMapOvr>
  <p:transition spd="slow">
    <p:push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sz="2000" b="1" dirty="0">
                <a:latin typeface="Times New Roman" panose="02020603050405020304" pitchFamily="18" charset="0"/>
                <a:cs typeface="Times New Roman" panose="02020603050405020304" pitchFamily="18" charset="0"/>
              </a:rPr>
              <a:t>Speed </a:t>
            </a:r>
            <a:r>
              <a:rPr lang="en-US" sz="2000" dirty="0">
                <a:latin typeface="Times New Roman" panose="02020603050405020304" pitchFamily="18" charset="0"/>
                <a:cs typeface="Times New Roman" panose="02020603050405020304" pitchFamily="18" charset="0"/>
              </a:rPr>
              <a:t>:-</a:t>
            </a:r>
          </a:p>
          <a:p>
            <a:pPr marL="109537" indent="0">
              <a:buNone/>
            </a:pPr>
            <a:r>
              <a:rPr lang="en-US" sz="2000" dirty="0">
                <a:latin typeface="Times New Roman" panose="02020603050405020304" pitchFamily="18" charset="0"/>
                <a:cs typeface="Times New Roman" panose="02020603050405020304" pitchFamily="18" charset="0"/>
              </a:rPr>
              <a:t>       Another feature worth mentioning is the speed with which web scraping services complete actions.  </a:t>
            </a:r>
          </a:p>
          <a:p>
            <a:pPr marL="109537" indent="0">
              <a:buNone/>
            </a:pPr>
            <a:r>
              <a:rPr lang="en-US" sz="2000" dirty="0">
                <a:latin typeface="Times New Roman" panose="02020603050405020304" pitchFamily="18" charset="0"/>
                <a:cs typeface="Times New Roman" panose="02020603050405020304" pitchFamily="18" charset="0"/>
              </a:rPr>
              <a:t>       course, that depends on the complexity of the projects, resources, and tools used.</a:t>
            </a:r>
          </a:p>
          <a:p>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 Data Accuracy:-</a:t>
            </a:r>
          </a:p>
          <a:p>
            <a:pPr marL="109537" indent="0">
              <a:buNone/>
            </a:pPr>
            <a:r>
              <a:rPr lang="en-US" sz="2000" dirty="0">
                <a:latin typeface="Times New Roman" panose="02020603050405020304" pitchFamily="18" charset="0"/>
                <a:cs typeface="Times New Roman" panose="02020603050405020304" pitchFamily="18" charset="0"/>
              </a:rPr>
              <a:t>      Web scraping services are not only speed obsessive but also accurate. It’s a fact that human error is </a:t>
            </a:r>
          </a:p>
          <a:p>
            <a:pPr marL="109537" indent="0">
              <a:buNone/>
            </a:pPr>
            <a:r>
              <a:rPr lang="en-US" sz="2000" dirty="0">
                <a:latin typeface="Times New Roman" panose="02020603050405020304" pitchFamily="18" charset="0"/>
                <a:cs typeface="Times New Roman" panose="02020603050405020304" pitchFamily="18" charset="0"/>
              </a:rPr>
              <a:t>      often a factor when performing a task manually, and that can lead to more serious problems later on. </a:t>
            </a:r>
          </a:p>
          <a:p>
            <a:pPr marL="109537" indent="0">
              <a:buNone/>
            </a:pPr>
            <a:r>
              <a:rPr lang="en-US" sz="2000" dirty="0">
                <a:latin typeface="Times New Roman" panose="02020603050405020304" pitchFamily="18" charset="0"/>
                <a:cs typeface="Times New Roman" panose="02020603050405020304" pitchFamily="18" charset="0"/>
              </a:rPr>
              <a:t>      As a result, accurate data extraction for any type of information is critical.</a:t>
            </a:r>
          </a:p>
          <a:p>
            <a:endParaRPr lang="en-US" sz="2000" dirty="0"/>
          </a:p>
        </p:txBody>
      </p:sp>
      <p:sp>
        <p:nvSpPr>
          <p:cNvPr id="3" name="Title 2"/>
          <p:cNvSpPr>
            <a:spLocks noGrp="1"/>
          </p:cNvSpPr>
          <p:nvPr>
            <p:ph type="title"/>
          </p:nvPr>
        </p:nvSpPr>
        <p:spPr/>
        <p:txBody>
          <a:bodyPr/>
          <a:lstStyle/>
          <a:p>
            <a:pPr algn="ctr"/>
            <a:r>
              <a:rPr lang="en-US" dirty="0">
                <a:solidFill>
                  <a:schemeClr val="tx1"/>
                </a:solidFill>
              </a:rPr>
              <a:t>Advantages</a:t>
            </a:r>
            <a:endParaRPr lang="en-US" dirty="0"/>
          </a:p>
        </p:txBody>
      </p:sp>
      <p:sp>
        <p:nvSpPr>
          <p:cNvPr id="4" name="Slide Number Placeholder 3"/>
          <p:cNvSpPr>
            <a:spLocks noGrp="1"/>
          </p:cNvSpPr>
          <p:nvPr>
            <p:ph type="sldNum" sz="quarter" idx="12"/>
          </p:nvPr>
        </p:nvSpPr>
        <p:spPr/>
        <p:txBody>
          <a:bodyPr/>
          <a:lstStyle/>
          <a:p>
            <a:fld id="{614F85D0-BF04-4AE2-BD29-5B88EBBDA047}" type="slidenum">
              <a:rPr lang="en-US" smtClean="0"/>
              <a:t>17</a:t>
            </a:fld>
            <a:endParaRPr lang="en-US"/>
          </a:p>
        </p:txBody>
      </p:sp>
    </p:spTree>
    <p:extLst>
      <p:ext uri="{BB962C8B-B14F-4D97-AF65-F5344CB8AC3E}">
        <p14:creationId xmlns:p14="http://schemas.microsoft.com/office/powerpoint/2010/main" val="3977674404"/>
      </p:ext>
    </p:extLst>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56684" y="1209534"/>
            <a:ext cx="10972800" cy="4525962"/>
          </a:xfrm>
        </p:spPr>
        <p:txBody>
          <a:bodyPr/>
          <a:lstStyle/>
          <a:p>
            <a:pPr marL="109537" indent="0">
              <a:lnSpc>
                <a:spcPct val="250000"/>
              </a:lnSpc>
              <a:buNone/>
            </a:pPr>
            <a:endParaRPr lang="en-US" sz="100" b="1"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Data Analysis:-</a:t>
            </a:r>
          </a:p>
          <a:p>
            <a:pPr marL="109537" indent="0">
              <a:buNone/>
            </a:pPr>
            <a:r>
              <a:rPr lang="en-US" sz="2000" b="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Processing the extracted data through web scraping can be a time-consuming and energy-intensive </a:t>
            </a:r>
          </a:p>
          <a:p>
            <a:pPr marL="109537" indent="0">
              <a:buNone/>
            </a:pPr>
            <a:r>
              <a:rPr lang="en-US" sz="2000" dirty="0">
                <a:latin typeface="Times New Roman" panose="02020603050405020304" pitchFamily="18" charset="0"/>
                <a:cs typeface="Times New Roman" panose="02020603050405020304" pitchFamily="18" charset="0"/>
              </a:rPr>
              <a:t>     process. This is because the information comes as HTML code and that can be difficult for some to </a:t>
            </a:r>
          </a:p>
          <a:p>
            <a:pPr marL="109537" indent="0">
              <a:buNone/>
            </a:pPr>
            <a:r>
              <a:rPr lang="en-US" sz="2000" dirty="0">
                <a:latin typeface="Times New Roman" panose="02020603050405020304" pitchFamily="18" charset="0"/>
                <a:cs typeface="Times New Roman" panose="02020603050405020304" pitchFamily="18" charset="0"/>
              </a:rPr>
              <a:t>     read. Don’t worry, though, there is software that can take care of that too!.</a:t>
            </a:r>
          </a:p>
          <a:p>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Website Changes and Protection Policies:-</a:t>
            </a:r>
          </a:p>
          <a:p>
            <a:pPr marL="109537" indent="0">
              <a:buNone/>
            </a:pPr>
            <a:r>
              <a:rPr lang="en-US" sz="2000" b="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Because websites’ HTML structures change regularly, your crawlers will sometimes break. Whether  </a:t>
            </a:r>
          </a:p>
          <a:p>
            <a:pPr marL="109537" indent="0">
              <a:buNone/>
            </a:pPr>
            <a:r>
              <a:rPr lang="en-US" sz="2000" dirty="0">
                <a:latin typeface="Times New Roman" panose="02020603050405020304" pitchFamily="18" charset="0"/>
                <a:cs typeface="Times New Roman" panose="02020603050405020304" pitchFamily="18" charset="0"/>
              </a:rPr>
              <a:t>     you use web scraping software or write your own web scraping code, you’ll need to perform some </a:t>
            </a:r>
          </a:p>
          <a:p>
            <a:pPr marL="109537" indent="0">
              <a:buNone/>
            </a:pPr>
            <a:r>
              <a:rPr lang="en-US" sz="2000" dirty="0">
                <a:latin typeface="Times New Roman" panose="02020603050405020304" pitchFamily="18" charset="0"/>
                <a:cs typeface="Times New Roman" panose="02020603050405020304" pitchFamily="18" charset="0"/>
              </a:rPr>
              <a:t>     maintenance periodically to ensure your data collection.</a:t>
            </a:r>
          </a:p>
        </p:txBody>
      </p:sp>
      <p:sp>
        <p:nvSpPr>
          <p:cNvPr id="3" name="Title 2"/>
          <p:cNvSpPr>
            <a:spLocks noGrp="1"/>
          </p:cNvSpPr>
          <p:nvPr>
            <p:ph type="title"/>
          </p:nvPr>
        </p:nvSpPr>
        <p:spPr/>
        <p:txBody>
          <a:bodyPr/>
          <a:lstStyle/>
          <a:p>
            <a:pPr algn="ctr"/>
            <a:r>
              <a:rPr lang="en-US" dirty="0">
                <a:solidFill>
                  <a:schemeClr val="tx1"/>
                </a:solidFill>
              </a:rPr>
              <a:t>Limitations</a:t>
            </a:r>
            <a:endParaRPr lang="en-US" dirty="0"/>
          </a:p>
        </p:txBody>
      </p:sp>
      <p:sp>
        <p:nvSpPr>
          <p:cNvPr id="4" name="Slide Number Placeholder 3"/>
          <p:cNvSpPr>
            <a:spLocks noGrp="1"/>
          </p:cNvSpPr>
          <p:nvPr>
            <p:ph type="sldNum" sz="quarter" idx="12"/>
          </p:nvPr>
        </p:nvSpPr>
        <p:spPr/>
        <p:txBody>
          <a:bodyPr/>
          <a:lstStyle/>
          <a:p>
            <a:fld id="{614F85D0-BF04-4AE2-BD29-5B88EBBDA047}" type="slidenum">
              <a:rPr lang="en-US" smtClean="0"/>
              <a:t>18</a:t>
            </a:fld>
            <a:endParaRPr lang="en-US"/>
          </a:p>
        </p:txBody>
      </p:sp>
    </p:spTree>
    <p:extLst>
      <p:ext uri="{BB962C8B-B14F-4D97-AF65-F5344CB8AC3E}">
        <p14:creationId xmlns:p14="http://schemas.microsoft.com/office/powerpoint/2010/main" val="368821748"/>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9600" y="1575303"/>
            <a:ext cx="10972800" cy="5015619"/>
          </a:xfrm>
        </p:spPr>
        <p:txBody>
          <a:bodyPr/>
          <a:lstStyle/>
          <a:p>
            <a:r>
              <a:rPr lang="en-AU" sz="2400" dirty="0">
                <a:latin typeface="Times New Roman" panose="02020603050405020304" pitchFamily="18" charset="0"/>
                <a:cs typeface="Times New Roman" panose="02020603050405020304" pitchFamily="18" charset="0"/>
              </a:rPr>
              <a:t>This project demonstrate the web crawling of twitter for various types of abuse related posts. The idea was to extract the data from twitter which is related to abuse and display it on a single webpage.</a:t>
            </a:r>
          </a:p>
          <a:p>
            <a:endParaRPr lang="en-US"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 The distinctive hashtags was searched while extracting the data from twitter. This project is envisioned to address serious social issue that are usually unreported. It describes successful execution on Twitter and can further be used for several different popular social media platforms with legal permissions, thereby, helping many victims</a:t>
            </a:r>
            <a:endParaRPr lang="en-US" sz="2400" dirty="0">
              <a:latin typeface="Times New Roman" panose="02020603050405020304" pitchFamily="18" charset="0"/>
              <a:cs typeface="Times New Roman" panose="02020603050405020304" pitchFamily="18" charset="0"/>
            </a:endParaRPr>
          </a:p>
        </p:txBody>
      </p:sp>
      <p:sp>
        <p:nvSpPr>
          <p:cNvPr id="3" name="Title 2"/>
          <p:cNvSpPr>
            <a:spLocks noGrp="1"/>
          </p:cNvSpPr>
          <p:nvPr>
            <p:ph type="title"/>
          </p:nvPr>
        </p:nvSpPr>
        <p:spPr/>
        <p:txBody>
          <a:bodyPr/>
          <a:lstStyle/>
          <a:p>
            <a:pPr algn="ctr"/>
            <a:r>
              <a:rPr lang="en-US" dirty="0"/>
              <a:t>Conclusion</a:t>
            </a:r>
          </a:p>
        </p:txBody>
      </p:sp>
      <p:sp>
        <p:nvSpPr>
          <p:cNvPr id="4" name="Slide Number Placeholder 3"/>
          <p:cNvSpPr>
            <a:spLocks noGrp="1"/>
          </p:cNvSpPr>
          <p:nvPr>
            <p:ph type="sldNum" sz="quarter" idx="12"/>
          </p:nvPr>
        </p:nvSpPr>
        <p:spPr/>
        <p:txBody>
          <a:bodyPr/>
          <a:lstStyle/>
          <a:p>
            <a:fld id="{614F85D0-BF04-4AE2-BD29-5B88EBBDA047}" type="slidenum">
              <a:rPr lang="en-US" smtClean="0"/>
              <a:t>19</a:t>
            </a:fld>
            <a:endParaRPr lang="en-US"/>
          </a:p>
        </p:txBody>
      </p:sp>
    </p:spTree>
    <p:extLst>
      <p:ext uri="{BB962C8B-B14F-4D97-AF65-F5344CB8AC3E}">
        <p14:creationId xmlns:p14="http://schemas.microsoft.com/office/powerpoint/2010/main" val="719990972"/>
      </p:ext>
    </p:extLst>
  </p:cSld>
  <p:clrMapOvr>
    <a:masterClrMapping/>
  </p:clrMapOvr>
  <p:transition spd="slow">
    <p:wheel spokes="1"/>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lnSpc>
                <a:spcPct val="150000"/>
              </a:lnSpc>
            </a:pPr>
            <a:r>
              <a:rPr lang="en-US" sz="2300" dirty="0">
                <a:latin typeface="Times New Roman" panose="02020603050405020304" pitchFamily="18" charset="0"/>
                <a:cs typeface="Times New Roman" panose="02020603050405020304" pitchFamily="18" charset="0"/>
              </a:rPr>
              <a:t>As our website is dynamically based, we can also be able to add further more facilities.</a:t>
            </a:r>
          </a:p>
          <a:p>
            <a:pPr>
              <a:lnSpc>
                <a:spcPct val="150000"/>
              </a:lnSpc>
            </a:pPr>
            <a:r>
              <a:rPr lang="en-US" sz="2300" dirty="0">
                <a:latin typeface="Times New Roman" panose="02020603050405020304" pitchFamily="18" charset="0"/>
                <a:cs typeface="Times New Roman" panose="02020603050405020304" pitchFamily="18" charset="0"/>
              </a:rPr>
              <a:t> To improve the module in future point of view we can further add some more social media platform such as Instagram, Facebook and general websites with an authorized access, to detect different kinds of information and extracting, analyzing that information for more insightful knowledge from the data.</a:t>
            </a:r>
          </a:p>
          <a:p>
            <a:pPr>
              <a:lnSpc>
                <a:spcPct val="150000"/>
              </a:lnSpc>
            </a:pPr>
            <a:r>
              <a:rPr lang="en-US" sz="2300" dirty="0">
                <a:latin typeface="Times New Roman" panose="02020603050405020304" pitchFamily="18" charset="0"/>
                <a:cs typeface="Times New Roman" panose="02020603050405020304" pitchFamily="18" charset="0"/>
              </a:rPr>
              <a:t> Using this information, we can help many victims who have faced various abuses. </a:t>
            </a:r>
          </a:p>
          <a:p>
            <a:pPr>
              <a:lnSpc>
                <a:spcPct val="150000"/>
              </a:lnSpc>
            </a:pPr>
            <a:r>
              <a:rPr lang="en-US" sz="2300" dirty="0">
                <a:latin typeface="Times New Roman" panose="02020603050405020304" pitchFamily="18" charset="0"/>
                <a:cs typeface="Times New Roman" panose="02020603050405020304" pitchFamily="18" charset="0"/>
              </a:rPr>
              <a:t>We will also work on a module which will provide some others details about the keywords/hashtags searched.</a:t>
            </a:r>
          </a:p>
          <a:p>
            <a:pPr marL="109537" indent="0">
              <a:buNone/>
            </a:pPr>
            <a:br>
              <a:rPr lang="en-US" dirty="0"/>
            </a:br>
            <a:endParaRPr lang="en-US" dirty="0"/>
          </a:p>
        </p:txBody>
      </p:sp>
      <p:sp>
        <p:nvSpPr>
          <p:cNvPr id="3" name="Title 2"/>
          <p:cNvSpPr>
            <a:spLocks noGrp="1"/>
          </p:cNvSpPr>
          <p:nvPr>
            <p:ph type="title"/>
          </p:nvPr>
        </p:nvSpPr>
        <p:spPr/>
        <p:txBody>
          <a:bodyPr/>
          <a:lstStyle/>
          <a:p>
            <a:pPr algn="ctr"/>
            <a:r>
              <a:rPr lang="en-US" dirty="0"/>
              <a:t>Future Scope</a:t>
            </a:r>
          </a:p>
        </p:txBody>
      </p:sp>
      <p:sp>
        <p:nvSpPr>
          <p:cNvPr id="4" name="Slide Number Placeholder 3"/>
          <p:cNvSpPr>
            <a:spLocks noGrp="1"/>
          </p:cNvSpPr>
          <p:nvPr>
            <p:ph type="sldNum" sz="quarter" idx="12"/>
          </p:nvPr>
        </p:nvSpPr>
        <p:spPr/>
        <p:txBody>
          <a:bodyPr/>
          <a:lstStyle/>
          <a:p>
            <a:fld id="{614F85D0-BF04-4AE2-BD29-5B88EBBDA047}" type="slidenum">
              <a:rPr lang="en-US" smtClean="0"/>
              <a:t>20</a:t>
            </a:fld>
            <a:endParaRPr lang="en-US"/>
          </a:p>
        </p:txBody>
      </p:sp>
    </p:spTree>
    <p:extLst>
      <p:ext uri="{BB962C8B-B14F-4D97-AF65-F5344CB8AC3E}">
        <p14:creationId xmlns:p14="http://schemas.microsoft.com/office/powerpoint/2010/main" val="111240646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53254" y="1417638"/>
            <a:ext cx="10876230" cy="4395583"/>
          </a:xfrm>
        </p:spPr>
        <p:txBody>
          <a:bodyPr/>
          <a:lstStyle/>
          <a:p>
            <a:pPr lvl="0">
              <a:lnSpc>
                <a:spcPct val="150000"/>
              </a:lnSpc>
            </a:pPr>
            <a:r>
              <a:rPr lang="en-US" sz="2400" dirty="0">
                <a:latin typeface="Times New Roman" panose="02020603050405020304" pitchFamily="18" charset="0"/>
                <a:cs typeface="Times New Roman" panose="02020603050405020304" pitchFamily="18" charset="0"/>
              </a:rPr>
              <a:t>https://kevincurran.org/dissertations/2018%20Thesis%20Evan%20Gallagher%20%20Scraping%20Websites%20for%20Law.pdf </a:t>
            </a:r>
          </a:p>
          <a:p>
            <a:pPr lvl="0">
              <a:lnSpc>
                <a:spcPct val="150000"/>
              </a:lnSpc>
            </a:pPr>
            <a:r>
              <a:rPr lang="en-US" sz="2400" dirty="0">
                <a:latin typeface="Times New Roman" panose="02020603050405020304" pitchFamily="18" charset="0"/>
                <a:cs typeface="Times New Roman" panose="02020603050405020304" pitchFamily="18" charset="0"/>
              </a:rPr>
              <a:t>https://blogs.unicef.org/evidence-for-action/five-ways-governments-are-responding-to-violence-against-women-and-children-during-covid-19/  </a:t>
            </a:r>
          </a:p>
          <a:p>
            <a:pPr lvl="0">
              <a:lnSpc>
                <a:spcPct val="150000"/>
              </a:lnSpc>
            </a:pPr>
            <a:r>
              <a:rPr lang="en-US" sz="2400" dirty="0">
                <a:latin typeface="Times New Roman" panose="02020603050405020304" pitchFamily="18" charset="0"/>
                <a:cs typeface="Times New Roman" panose="02020603050405020304" pitchFamily="18" charset="0"/>
              </a:rPr>
              <a:t>https://www.ncbi.nlm.nih.gov/pmc/articles/PMC7364393/ </a:t>
            </a:r>
          </a:p>
          <a:p>
            <a:pPr lvl="0">
              <a:lnSpc>
                <a:spcPct val="150000"/>
              </a:lnSpc>
            </a:pPr>
            <a:r>
              <a:rPr lang="en-US" sz="2400" dirty="0">
                <a:latin typeface="Times New Roman" panose="02020603050405020304" pitchFamily="18" charset="0"/>
                <a:cs typeface="Times New Roman" panose="02020603050405020304" pitchFamily="18" charset="0"/>
              </a:rPr>
              <a:t>https://www.upgrad.com/blog/web-scraping-projects-topics-for-beginners/ </a:t>
            </a:r>
          </a:p>
          <a:p>
            <a:pPr lvl="0">
              <a:lnSpc>
                <a:spcPct val="150000"/>
              </a:lnSpc>
            </a:pPr>
            <a:r>
              <a:rPr lang="en-US" sz="2400" dirty="0">
                <a:latin typeface="Times New Roman" panose="02020603050405020304" pitchFamily="18" charset="0"/>
                <a:cs typeface="Times New Roman" panose="02020603050405020304" pitchFamily="18" charset="0"/>
              </a:rPr>
              <a:t>https://www.unicef.org/india/what-we-do/child-protection. </a:t>
            </a:r>
          </a:p>
          <a:p>
            <a:pPr lvl="0">
              <a:lnSpc>
                <a:spcPct val="150000"/>
              </a:lnSpc>
            </a:pPr>
            <a:r>
              <a:rPr lang="en-US" sz="2400" dirty="0">
                <a:latin typeface="Times New Roman" panose="02020603050405020304" pitchFamily="18" charset="0"/>
                <a:cs typeface="Times New Roman" panose="02020603050405020304" pitchFamily="18" charset="0"/>
              </a:rPr>
              <a:t>https://www.cl.cam.ac.uk/~bjc63/tight_scrape.pdf</a:t>
            </a:r>
          </a:p>
          <a:p>
            <a:endParaRPr lang="en-US" sz="1800" dirty="0"/>
          </a:p>
        </p:txBody>
      </p:sp>
      <p:sp>
        <p:nvSpPr>
          <p:cNvPr id="3" name="Title 2"/>
          <p:cNvSpPr>
            <a:spLocks noGrp="1"/>
          </p:cNvSpPr>
          <p:nvPr>
            <p:ph type="title"/>
          </p:nvPr>
        </p:nvSpPr>
        <p:spPr/>
        <p:txBody>
          <a:bodyPr/>
          <a:lstStyle/>
          <a:p>
            <a:pPr algn="ctr"/>
            <a:r>
              <a:rPr lang="en-US" dirty="0"/>
              <a:t>Reference </a:t>
            </a:r>
          </a:p>
        </p:txBody>
      </p:sp>
      <p:sp>
        <p:nvSpPr>
          <p:cNvPr id="4" name="Slide Number Placeholder 3"/>
          <p:cNvSpPr>
            <a:spLocks noGrp="1"/>
          </p:cNvSpPr>
          <p:nvPr>
            <p:ph type="sldNum" sz="quarter" idx="12"/>
          </p:nvPr>
        </p:nvSpPr>
        <p:spPr/>
        <p:txBody>
          <a:bodyPr/>
          <a:lstStyle/>
          <a:p>
            <a:fld id="{614F85D0-BF04-4AE2-BD29-5B88EBBDA047}" type="slidenum">
              <a:rPr lang="en-US" smtClean="0"/>
              <a:t>21</a:t>
            </a:fld>
            <a:endParaRPr lang="en-US"/>
          </a:p>
        </p:txBody>
      </p:sp>
    </p:spTree>
    <p:extLst>
      <p:ext uri="{BB962C8B-B14F-4D97-AF65-F5344CB8AC3E}">
        <p14:creationId xmlns:p14="http://schemas.microsoft.com/office/powerpoint/2010/main" val="382120593"/>
      </p:ext>
    </p:extLst>
  </p:cSld>
  <p:clrMapOvr>
    <a:masterClrMapping/>
  </p:clrMapOvr>
  <p:transition spd="slow">
    <p:wip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109537" indent="0">
              <a:buNone/>
            </a:pPr>
            <a:r>
              <a:rPr lang="en-US" sz="2200" dirty="0">
                <a:latin typeface="Times New Roman" panose="02020603050405020304" pitchFamily="18" charset="0"/>
                <a:cs typeface="Times New Roman" panose="02020603050405020304" pitchFamily="18" charset="0"/>
              </a:rPr>
              <a:t>[1] Dr. P. A. </a:t>
            </a:r>
            <a:r>
              <a:rPr lang="en-US" sz="2200" dirty="0" err="1">
                <a:latin typeface="Times New Roman" panose="02020603050405020304" pitchFamily="18" charset="0"/>
                <a:cs typeface="Times New Roman" panose="02020603050405020304" pitchFamily="18" charset="0"/>
              </a:rPr>
              <a:t>Tijare</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Dishil</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Purswani</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Tanishk</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Rathi</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Swapnil</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Chavhan</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Shubham</a:t>
            </a:r>
            <a:r>
              <a:rPr lang="en-US" sz="2200" b="1"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Agrawal,</a:t>
            </a:r>
          </a:p>
          <a:p>
            <a:pPr marL="109537" indent="0">
              <a:buNone/>
            </a:pPr>
            <a:r>
              <a:rPr lang="en-US" sz="2200" dirty="0">
                <a:latin typeface="Times New Roman" panose="02020603050405020304" pitchFamily="18" charset="0"/>
                <a:cs typeface="Times New Roman" panose="02020603050405020304" pitchFamily="18" charset="0"/>
              </a:rPr>
              <a:t>      Vijay </a:t>
            </a:r>
            <a:r>
              <a:rPr lang="en-US" sz="2200" dirty="0" err="1">
                <a:latin typeface="Times New Roman" panose="02020603050405020304" pitchFamily="18" charset="0"/>
                <a:cs typeface="Times New Roman" panose="02020603050405020304" pitchFamily="18" charset="0"/>
              </a:rPr>
              <a:t>Jangid</a:t>
            </a:r>
            <a:r>
              <a:rPr lang="en-US" sz="2200" dirty="0">
                <a:latin typeface="Times New Roman" panose="02020603050405020304" pitchFamily="18" charset="0"/>
                <a:cs typeface="Times New Roman" panose="02020603050405020304" pitchFamily="18" charset="0"/>
              </a:rPr>
              <a:t>, (2022) “Abuse Related Posts Reporter Using Web Crawler in Python”,</a:t>
            </a:r>
          </a:p>
          <a:p>
            <a:pPr marL="109537" indent="0">
              <a:buNone/>
            </a:pPr>
            <a:r>
              <a:rPr lang="en-US" sz="2200" b="1"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EPRA International Journal Of Research and Development (IJRD) Issue 5 </a:t>
            </a:r>
            <a:r>
              <a:rPr lang="en-US" sz="2200" dirty="0" err="1">
                <a:latin typeface="Times New Roman" panose="02020603050405020304" pitchFamily="18" charset="0"/>
                <a:cs typeface="Times New Roman" panose="02020603050405020304" pitchFamily="18" charset="0"/>
              </a:rPr>
              <a:t>Vol</a:t>
            </a:r>
            <a:r>
              <a:rPr lang="en-US" sz="2200" dirty="0">
                <a:latin typeface="Times New Roman" panose="02020603050405020304" pitchFamily="18" charset="0"/>
                <a:cs typeface="Times New Roman" panose="02020603050405020304" pitchFamily="18" charset="0"/>
              </a:rPr>
              <a:t> 7. </a:t>
            </a:r>
          </a:p>
          <a:p>
            <a:pPr marL="109537" indent="0">
              <a:buNone/>
            </a:pPr>
            <a:r>
              <a:rPr lang="en-US" sz="2200" dirty="0">
                <a:latin typeface="Times New Roman" panose="02020603050405020304" pitchFamily="18" charset="0"/>
                <a:cs typeface="Times New Roman" panose="02020603050405020304" pitchFamily="18" charset="0"/>
              </a:rPr>
              <a:t>      pp.230-234</a:t>
            </a:r>
            <a:endParaRPr lang="en-US" sz="2200" b="1" dirty="0">
              <a:latin typeface="Times New Roman" panose="02020603050405020304" pitchFamily="18" charset="0"/>
              <a:cs typeface="Times New Roman" panose="02020603050405020304" pitchFamily="18" charset="0"/>
            </a:endParaRPr>
          </a:p>
        </p:txBody>
      </p:sp>
      <p:sp>
        <p:nvSpPr>
          <p:cNvPr id="3" name="Title 2"/>
          <p:cNvSpPr>
            <a:spLocks noGrp="1"/>
          </p:cNvSpPr>
          <p:nvPr>
            <p:ph type="title"/>
          </p:nvPr>
        </p:nvSpPr>
        <p:spPr/>
        <p:txBody>
          <a:bodyPr/>
          <a:lstStyle/>
          <a:p>
            <a:pPr algn="ctr"/>
            <a:r>
              <a:rPr lang="en-US" dirty="0"/>
              <a:t>Publication</a:t>
            </a:r>
          </a:p>
        </p:txBody>
      </p:sp>
      <p:sp>
        <p:nvSpPr>
          <p:cNvPr id="4" name="Slide Number Placeholder 3"/>
          <p:cNvSpPr>
            <a:spLocks noGrp="1"/>
          </p:cNvSpPr>
          <p:nvPr>
            <p:ph type="sldNum" sz="quarter" idx="12"/>
          </p:nvPr>
        </p:nvSpPr>
        <p:spPr/>
        <p:txBody>
          <a:bodyPr/>
          <a:lstStyle/>
          <a:p>
            <a:fld id="{614F85D0-BF04-4AE2-BD29-5B88EBBDA047}" type="slidenum">
              <a:rPr lang="en-US" smtClean="0"/>
              <a:t>22</a:t>
            </a:fld>
            <a:endParaRPr lang="en-US"/>
          </a:p>
        </p:txBody>
      </p:sp>
    </p:spTree>
    <p:extLst>
      <p:ext uri="{BB962C8B-B14F-4D97-AF65-F5344CB8AC3E}">
        <p14:creationId xmlns:p14="http://schemas.microsoft.com/office/powerpoint/2010/main" val="1868403012"/>
      </p:ext>
    </p:extLst>
  </p:cSld>
  <p:clrMapOvr>
    <a:masterClrMapping/>
  </p:clrMapOvr>
  <p:transition spd="slow">
    <p:push dir="u"/>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335794" y="2123795"/>
            <a:ext cx="7097917" cy="1829761"/>
          </a:xfrm>
        </p:spPr>
        <p:txBody>
          <a:bodyPr>
            <a:normAutofit/>
          </a:bodyPr>
          <a:lstStyle/>
          <a:p>
            <a:pPr algn="ctr"/>
            <a:r>
              <a:rPr lang="en-US" sz="7200" dirty="0"/>
              <a:t>Thank You!</a:t>
            </a:r>
          </a:p>
        </p:txBody>
      </p:sp>
      <p:sp>
        <p:nvSpPr>
          <p:cNvPr id="3" name="Slide Number Placeholder 2"/>
          <p:cNvSpPr>
            <a:spLocks noGrp="1"/>
          </p:cNvSpPr>
          <p:nvPr>
            <p:ph type="sldNum" sz="quarter" idx="12"/>
          </p:nvPr>
        </p:nvSpPr>
        <p:spPr/>
        <p:txBody>
          <a:bodyPr/>
          <a:lstStyle/>
          <a:p>
            <a:fld id="{614F85D0-BF04-4AE2-BD29-5B88EBBDA047}" type="slidenum">
              <a:rPr lang="en-US" smtClean="0"/>
              <a:t>23</a:t>
            </a:fld>
            <a:endParaRPr lang="en-US"/>
          </a:p>
        </p:txBody>
      </p:sp>
    </p:spTree>
    <p:extLst>
      <p:ext uri="{BB962C8B-B14F-4D97-AF65-F5344CB8AC3E}">
        <p14:creationId xmlns:p14="http://schemas.microsoft.com/office/powerpoint/2010/main" val="167772553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Theme1">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95000" t="-106500" r="5000" b="2065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extLst>
    <a:ext uri="{05A4C25C-085E-4340-85A3-A5531E510DB2}">
      <thm15:themeFamily xmlns:thm15="http://schemas.microsoft.com/office/thememl/2012/main" name="Theme1" id="{2E1ACDAF-21BD-4339-9D0B-FC90C90BA1F3}" vid="{DCC7753E-1F2D-42F8-95B3-75CDA580288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2.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3.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4.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docProps/app.xml><?xml version="1.0" encoding="utf-8"?>
<Properties xmlns="http://schemas.openxmlformats.org/officeDocument/2006/extended-properties" xmlns:vt="http://schemas.openxmlformats.org/officeDocument/2006/docPropsVTypes">
  <Template>Theme1</Template>
  <TotalTime>661</TotalTime>
  <Words>1381</Words>
  <Application>Microsoft Office PowerPoint</Application>
  <PresentationFormat>Widescreen</PresentationFormat>
  <Paragraphs>157</Paragraphs>
  <Slides>23</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23</vt:i4>
      </vt:variant>
    </vt:vector>
  </HeadingPairs>
  <TitlesOfParts>
    <vt:vector size="33" baseType="lpstr">
      <vt:lpstr>Algerian</vt:lpstr>
      <vt:lpstr>Arial</vt:lpstr>
      <vt:lpstr>Calibri</vt:lpstr>
      <vt:lpstr>Lucida Sans Unicode</vt:lpstr>
      <vt:lpstr>Times New Roman</vt:lpstr>
      <vt:lpstr>Verdana</vt:lpstr>
      <vt:lpstr>Wingdings</vt:lpstr>
      <vt:lpstr>Wingdings 2</vt:lpstr>
      <vt:lpstr>Wingdings 3</vt:lpstr>
      <vt:lpstr>Theme1</vt:lpstr>
      <vt:lpstr>  Sipna College of Engineering &amp; Technology, Amravati</vt:lpstr>
      <vt:lpstr>Contents</vt:lpstr>
      <vt:lpstr>Introduction</vt:lpstr>
      <vt:lpstr>Analysis of Problem</vt:lpstr>
      <vt:lpstr>Analysis of Problem</vt:lpstr>
      <vt:lpstr>Overview</vt:lpstr>
      <vt:lpstr>Technology Used</vt:lpstr>
      <vt:lpstr>Technology Used</vt:lpstr>
      <vt:lpstr>Implementation</vt:lpstr>
      <vt:lpstr>PowerPoint Presentation</vt:lpstr>
      <vt:lpstr>PowerPoint Presentation</vt:lpstr>
      <vt:lpstr>PowerPoint Presentation</vt:lpstr>
      <vt:lpstr>PowerPoint Presentation</vt:lpstr>
      <vt:lpstr>PowerPoint Presentation</vt:lpstr>
      <vt:lpstr>Result</vt:lpstr>
      <vt:lpstr>Advantages</vt:lpstr>
      <vt:lpstr>Advantages</vt:lpstr>
      <vt:lpstr>Limitations</vt:lpstr>
      <vt:lpstr>Conclusion</vt:lpstr>
      <vt:lpstr>Future Scope</vt:lpstr>
      <vt:lpstr>Reference </vt:lpstr>
      <vt:lpstr>Publication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Sipna College of Engineering &amp; Technology Amravati</dc:title>
  <dc:creator>swapnil chavhan</dc:creator>
  <cp:lastModifiedBy>swapnil chavhan</cp:lastModifiedBy>
  <cp:revision>116</cp:revision>
  <dcterms:created xsi:type="dcterms:W3CDTF">2022-02-14T05:35:12Z</dcterms:created>
  <dcterms:modified xsi:type="dcterms:W3CDTF">2022-06-03T06:11:46Z</dcterms:modified>
</cp:coreProperties>
</file>